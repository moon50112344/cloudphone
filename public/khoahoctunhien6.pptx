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strictFirstAndLastChars="0">
  <p:sldMasterIdLst>
    <p:sldMasterId id="2147483648" r:id="rId1"/>
    <p:sldMasterId id="2147483649" r:id="rId2"/>
  </p:sldMasterIdLst>
  <p:notesMasterIdLst>
    <p:notesMasterId r:id="rId3"/>
  </p:notesMasterIdLst>
  <p:sldIdLst>
    <p:sldId id="257" r:id="rId4"/>
    <p:sldId id="258" r:id="rId5"/>
    <p:sldId id="259" r:id="rId6"/>
    <p:sldId id="260" r:id="rId7"/>
    <p:sldId id="261" r:id="rId8"/>
    <p:sldId id="262" r:id="rId9"/>
    <p:sldId id="263" r:id="rId10"/>
    <p:sldId id="264" r:id="rId11"/>
    <p:sldId id="265" r:id="rId12"/>
  </p:sldIdLst>
  <p:sldSz type="screen16x9" cy="6858000" cx="12192000"/>
  <p:notesSz cx="6858000" cy="9144000"/>
  <p:defaultTextStyle>
    <a:defPPr algn="l" lvl="0" marR="0" rtl="0">
      <a:lnSpc>
        <a:spcPct val="100000"/>
      </a:lnSpc>
      <a:spcBef>
        <a:spcPts val="0"/>
      </a:spcBef>
      <a:spcAft>
        <a:spcPts val="0"/>
      </a:spcAft>
    </a:defPPr>
    <a:lvl1pPr algn="l" lvl="0" mar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L="4572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L="9144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L="13716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L="18288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L="22860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L="27432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L="32004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L="365760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showComments="0">
  <p:slideViewPr>
    <p:cSldViewPr snapToGrid="0">
      <p:cViewPr varScale="1">
        <p:scale>
          <a:sx n="100" d="100"/>
          <a:sy n="100" d="100"/>
        </p:scale>
        <p:origin x="0" y="0"/>
      </p:cViewPr>
      <p:guideLst>
        <p:guide orient="horz" pos="1620"/>
        <p:guide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tableStyles" Target="tableStyle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65" name=""/>
        <p:cNvGrpSpPr/>
        <p:nvPr/>
      </p:nvGrpSpPr>
      <p:grpSpPr>
        <a:xfrm>
          <a:off x="0" y="0"/>
          <a:ext cx="0" cy="0"/>
          <a:chOff x="0" y="0"/>
          <a:chExt cx="0" cy="0"/>
        </a:xfrm>
      </p:grpSpPr>
      <p:sp>
        <p:nvSpPr>
          <p:cNvPr id="1048868"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a:endParaRPr lang="cs-CZ"/>
          </a:p>
        </p:txBody>
      </p:sp>
      <p:sp>
        <p:nvSpPr>
          <p:cNvPr id="1048869"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fld id="{B7268E1E-0E44-426D-905E-8AD9B19D2182}" type="datetimeFigureOut">
              <a:rPr lang="cs-CZ" smtClean="0"/>
              <a:t>1.7.2013</a:t>
            </a:fld>
            <a:endParaRPr lang="cs-CZ"/>
          </a:p>
        </p:txBody>
      </p:sp>
      <p:sp>
        <p:nvSpPr>
          <p:cNvPr id="1048870"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a:endParaRPr lang="cs-CZ"/>
          </a:p>
        </p:txBody>
      </p:sp>
      <p:sp>
        <p:nvSpPr>
          <p:cNvPr id="1048871" name="Notes Placeholder 4"/>
          <p:cNvSpPr>
            <a:spLocks noGrp="1"/>
          </p:cNvSpPr>
          <p:nvPr>
            <p:ph type="body" sz="quarter" idx="3"/>
          </p:nvPr>
        </p:nvSpPr>
        <p:spPr>
          <a:xfrm>
            <a:off x="914400" y="3251200"/>
            <a:ext cx="7315200" cy="3081338"/>
          </a:xfrm>
          <a:prstGeom prst="rect"/>
        </p:spPr>
        <p:txBody>
          <a:bodyPr bIns="45720" lIns="91440" rIns="91440" rtlCol="0" tIns="45720" vert="horz"/>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1048872"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a:endParaRPr lang="cs-CZ"/>
          </a:p>
        </p:txBody>
      </p:sp>
      <p:sp>
        <p:nvSpPr>
          <p:cNvPr id="1048873"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fld id="{871B2431-D351-4C6E-A3CF-9DFAC0E3E050}" type="slidenum">
              <a:rPr lang="cs-CZ" smtClean="0"/>
              <a:t>‹#›</a:t>
            </a:fld>
            <a:endParaRPr lang="cs-CZ"/>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5"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586"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587"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588"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Hôm nay, nhóm em sẽ trình bày về sự ô nhiễm không khí. Đây là một vấn đề ảnh hưởng trực tiếp đến môi trường và cuộc sống của con người.</a:t>
            </a:r>
          </a:p>
        </p:txBody>
      </p:sp>
      <p:sp>
        <p:nvSpPr>
          <p:cNvPr id="1048589"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590"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628"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29"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30"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31"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Cho phép em giới thiệu các thành viên trong nhóm trình bày hôm nay: Châu Anh, Gia Huy, Gia Linh, Phương Linh, Thiên Ân, Gia Hân, Phú Trường và Minh Hoàng. Chúng em cùng nhau nghiên cứu và chuẩn bị bài về sự ô nhiễm không khí.</a:t>
            </a:r>
          </a:p>
        </p:txBody>
      </p:sp>
      <p:sp>
        <p:nvSpPr>
          <p:cNvPr id="1048632"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33"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649"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50"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51"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52"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Khi thành phần của không khí bị thay đổi theo hướng bất lợi, chẳng hạn oxygen giảm, carbon dioxide tăng hoặc xuất hiện khí độc, khói và bụi, thì không khí bị ô nhiễm.</a:t>
            </a:r>
          </a:p>
        </p:txBody>
      </p:sp>
      <p:sp>
        <p:nvSpPr>
          <p:cNvPr id="1048653"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54"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69"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70"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71"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72"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Ô nhiễm không khí có thể xuất phát từ tự nhiên hoặc do con người. Ví dụ, núi lửa phun và cháy rừng có thể tạo ra khói, bụi. Trong khi đó, xe cộ, nhà máy và rác thải cũng tạo ra nhiều chất gây ô nhiễm.</a:t>
            </a:r>
          </a:p>
        </p:txBody>
      </p:sp>
      <p:sp>
        <p:nvSpPr>
          <p:cNvPr id="1048673"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74"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99"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700"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701"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702"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Trong cuộc sống hằng ngày, chúng ta có thể bắt gặp nhiều nguồn gây ô nhiễm không khí. Đặc biệt, khí thải từ giao thông, nhà máy và việc xử lí rác không đúng cách có thể làm chất lượng không khí giảm.</a:t>
            </a:r>
          </a:p>
        </p:txBody>
      </p:sp>
      <p:sp>
        <p:nvSpPr>
          <p:cNvPr id="1048703"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704"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716"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717"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718"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719"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Ô nhiễm không khí không chỉ làm không khí trở nên kém trong lành mà còn gây nhiều ảnh hưởng đến môi trường. Lượng carbon dioxide tăng có thể làm Trái Đất nóng lên, còn một số khí độc có thể góp phần tạo ra mưa acid.</a:t>
            </a:r>
          </a:p>
        </p:txBody>
      </p:sp>
      <p:sp>
        <p:nvSpPr>
          <p:cNvPr id="1048720"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721"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741"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742"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743"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744"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Con người cũng chịu ảnh hưởng trực tiếp từ ô nhiễm không khí. Khói, bụi và khí độc có thể gây ảnh hưởng đến hệ hô hấp, từ đó làm giảm chất lượng cuộc sống.</a:t>
            </a:r>
          </a:p>
        </p:txBody>
      </p:sp>
      <p:sp>
        <p:nvSpPr>
          <p:cNvPr id="1048745"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746"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770"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771"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772"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773"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Để bảo vệ môi trường không khí, chúng ta cần giảm các nguồn gây ô nhiễm và sử dụng năng lượng hợp lí. Việc trồng cây xanh, xử lí chất thải đúng cách và sử dụng các nguồn năng lượng sạch cũng rất quan trọng.</a:t>
            </a:r>
          </a:p>
        </p:txBody>
      </p:sp>
      <p:sp>
        <p:nvSpPr>
          <p:cNvPr id="1048774"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775"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799"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800"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801"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802" name="Notes Placeholder 4"/>
          <p:cNvSpPr>
            <a:spLocks noGrp="1"/>
          </p:cNvSpPr>
          <p:nvPr>
            <p:ph type="body" sz="quarter" idx="3"/>
          </p:nvPr>
        </p:nvSpPr>
        <p:spPr>
          <a:xfrm>
            <a:off x="914400" y="3251200"/>
            <a:ext cx="7315200" cy="3081338"/>
          </a:xfrm>
          <a:prstGeom prst="rect"/>
        </p:spPr>
        <p:txBody>
          <a:bodyPr anchor="ctr" bIns="45720" lIns="91440" rIns="91440" rtlCol="0" tIns="45720" vert="horz"/>
          <a:lstStyle>
            <a:lvl1pPr algn="l">
              <a:defRPr b="0" sz="1400" i="0" strike="noStrike" u="none"/>
            </a:lvl1pPr>
          </a:lstStyle>
          <a:p>
            <a:pPr algn="l" indent="0" marL="0">
              <a:lnSpc>
                <a:spcPct val="100000"/>
              </a:lnSpc>
            </a:pPr>
            <a:r>
              <a:rPr b="0" sz="1400" i="0" lang="en-US" strike="noStrike" u="none">
                <a:solidFill>
                  <a:srgbClr val="000000"/>
                </a:solidFill>
              </a:rPr>
              <a:t>Qua bài học, chúng ta biết được ô nhiễm không khí có nhiều nguyên nhân và gây ảnh hưởng nghiêm trọng đến môi trường cũng như con người. Vì vậy, mỗi người đều cần có ý thức bảo vệ bầu không khí xung quanh mình.</a:t>
            </a:r>
          </a:p>
        </p:txBody>
      </p:sp>
      <p:sp>
        <p:nvSpPr>
          <p:cNvPr id="1048803"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804"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54" name="Shape 11"/>
        <p:cNvGrpSpPr/>
        <p:nvPr/>
      </p:nvGrpSpPr>
      <p:grpSpPr>
        <a:xfrm>
          <a:off x="0" y="0"/>
          <a:ext cx="0" cy="0"/>
          <a:chOff x="0" y="0"/>
          <a:chExt cx="0" cy="0"/>
        </a:xfrm>
      </p:grpSpPr>
      <p:sp>
        <p:nvSpPr>
          <p:cNvPr id="1048810" name="Shape 30"/>
          <p:cNvSpPr txBox="1"/>
          <p:nvPr>
            <p:ph type="ctrTitle"/>
          </p:nvPr>
        </p:nvSpPr>
        <p:spPr>
          <a:xfrm>
            <a:off x="1143000" y="841772"/>
            <a:ext cx="6858000" cy="1790700"/>
          </a:xfrm>
          <a:prstGeom prst="rect"/>
          <a:noFill/>
          <a:ln>
            <a:noFill/>
          </a:ln>
        </p:spPr>
        <p:txBody>
          <a:bodyPr anchor="b" anchorCtr="0" bIns="34275" lIns="68575" rIns="68575" spcFirstLastPara="1" tIns="34275" wrap="square">
            <a:normAutofit/>
          </a:bodyPr>
          <a:lstStyle>
            <a:lvl1pPr algn="ctr" lvl="0">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11" name="Shape 31"/>
          <p:cNvSpPr txBox="1"/>
          <p:nvPr>
            <p:ph type="subTitle" idx="1"/>
          </p:nvPr>
        </p:nvSpPr>
        <p:spPr>
          <a:xfrm>
            <a:off x="1143000" y="2701528"/>
            <a:ext cx="6858000" cy="1241821"/>
          </a:xfrm>
          <a:prstGeom prst="rect"/>
          <a:noFill/>
          <a:ln>
            <a:noFill/>
          </a:ln>
        </p:spPr>
        <p:txBody>
          <a:bodyPr anchor="t" anchorCtr="0" bIns="34275" lIns="68575" rIns="68575" spcFirstLastPara="1" tIns="34275" wrap="square">
            <a:normAutofit/>
          </a:bodyPr>
          <a:lstStyle>
            <a:lvl1pPr algn="ctr" lvl="0">
              <a:lnSpc>
                <a:spcPct val="90000"/>
              </a:lnSpc>
              <a:spcBef>
                <a:spcPts val="800"/>
              </a:spcBef>
              <a:spcAft>
                <a:spcPts val="0"/>
              </a:spcAft>
              <a:buClr>
                <a:schemeClr val="dk1"/>
              </a:buClr>
              <a:buSzPts val="1800"/>
              <a:buNone/>
              <a:defRPr sz="1800"/>
            </a:lvl1pPr>
            <a:lvl2pPr algn="ctr" lvl="1">
              <a:lnSpc>
                <a:spcPct val="90000"/>
              </a:lnSpc>
              <a:spcBef>
                <a:spcPts val="400"/>
              </a:spcBef>
              <a:spcAft>
                <a:spcPts val="0"/>
              </a:spcAft>
              <a:buClr>
                <a:schemeClr val="dk1"/>
              </a:buClr>
              <a:buSzPts val="1500"/>
              <a:buNone/>
              <a:defRPr sz="1500"/>
            </a:lvl2pPr>
            <a:lvl3pPr algn="ctr" lvl="2">
              <a:lnSpc>
                <a:spcPct val="90000"/>
              </a:lnSpc>
              <a:spcBef>
                <a:spcPts val="400"/>
              </a:spcBef>
              <a:spcAft>
                <a:spcPts val="0"/>
              </a:spcAft>
              <a:buClr>
                <a:schemeClr val="dk1"/>
              </a:buClr>
              <a:buSzPts val="1400"/>
              <a:buNone/>
              <a:defRPr sz="1400"/>
            </a:lvl3pPr>
            <a:lvl4pPr algn="ctr" lvl="3">
              <a:lnSpc>
                <a:spcPct val="90000"/>
              </a:lnSpc>
              <a:spcBef>
                <a:spcPts val="400"/>
              </a:spcBef>
              <a:spcAft>
                <a:spcPts val="0"/>
              </a:spcAft>
              <a:buClr>
                <a:schemeClr val="dk1"/>
              </a:buClr>
              <a:buSzPts val="1200"/>
              <a:buNone/>
              <a:defRPr sz="1200"/>
            </a:lvl4pPr>
            <a:lvl5pPr algn="ctr" lvl="4">
              <a:lnSpc>
                <a:spcPct val="90000"/>
              </a:lnSpc>
              <a:spcBef>
                <a:spcPts val="400"/>
              </a:spcBef>
              <a:spcAft>
                <a:spcPts val="0"/>
              </a:spcAft>
              <a:buClr>
                <a:schemeClr val="dk1"/>
              </a:buClr>
              <a:buSzPts val="1200"/>
              <a:buNone/>
              <a:defRPr sz="1200"/>
            </a:lvl5pPr>
            <a:lvl6pPr algn="ctr" lvl="5">
              <a:lnSpc>
                <a:spcPct val="90000"/>
              </a:lnSpc>
              <a:spcBef>
                <a:spcPts val="400"/>
              </a:spcBef>
              <a:spcAft>
                <a:spcPts val="0"/>
              </a:spcAft>
              <a:buClr>
                <a:schemeClr val="dk1"/>
              </a:buClr>
              <a:buSzPts val="1200"/>
              <a:buNone/>
              <a:defRPr sz="1200"/>
            </a:lvl6pPr>
            <a:lvl7pPr algn="ctr" lvl="6">
              <a:lnSpc>
                <a:spcPct val="90000"/>
              </a:lnSpc>
              <a:spcBef>
                <a:spcPts val="400"/>
              </a:spcBef>
              <a:spcAft>
                <a:spcPts val="0"/>
              </a:spcAft>
              <a:buClr>
                <a:schemeClr val="dk1"/>
              </a:buClr>
              <a:buSzPts val="1200"/>
              <a:buNone/>
              <a:defRPr sz="1200"/>
            </a:lvl7pPr>
            <a:lvl8pPr algn="ctr" lvl="7">
              <a:lnSpc>
                <a:spcPct val="90000"/>
              </a:lnSpc>
              <a:spcBef>
                <a:spcPts val="400"/>
              </a:spcBef>
              <a:spcAft>
                <a:spcPts val="0"/>
              </a:spcAft>
              <a:buClr>
                <a:schemeClr val="dk1"/>
              </a:buClr>
              <a:buSzPts val="1200"/>
              <a:buNone/>
              <a:defRPr sz="1200"/>
            </a:lvl8pPr>
            <a:lvl9pPr algn="ctr" lvl="8">
              <a:lnSpc>
                <a:spcPct val="90000"/>
              </a:lnSpc>
              <a:spcBef>
                <a:spcPts val="400"/>
              </a:spcBef>
              <a:spcAft>
                <a:spcPts val="0"/>
              </a:spcAft>
              <a:buClr>
                <a:schemeClr val="dk1"/>
              </a:buClr>
              <a:buSzPts val="1200"/>
              <a:buNone/>
              <a:defRPr sz="1200"/>
            </a:lvl9pPr>
          </a:lstStyle>
          <a:p/>
        </p:txBody>
      </p:sp>
      <p:sp>
        <p:nvSpPr>
          <p:cNvPr id="1048812" name="Shape 32"/>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13" name="Shape 33"/>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14" name="Shape 34"/>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57" name="Shape 17"/>
        <p:cNvGrpSpPr/>
        <p:nvPr/>
      </p:nvGrpSpPr>
      <p:grpSpPr>
        <a:xfrm>
          <a:off x="0" y="0"/>
          <a:ext cx="0" cy="0"/>
          <a:chOff x="0" y="0"/>
          <a:chExt cx="0" cy="0"/>
        </a:xfrm>
      </p:grpSpPr>
      <p:sp>
        <p:nvSpPr>
          <p:cNvPr id="1048824" name="Shape 54"/>
          <p:cNvSpPr txBox="1"/>
          <p:nvPr>
            <p:ph type="title"/>
          </p:nvPr>
        </p:nvSpPr>
        <p:spPr>
          <a:xfrm>
            <a:off x="628650" y="273844"/>
            <a:ext cx="7886700" cy="994172"/>
          </a:xfrm>
          <a:prstGeom prst="rect"/>
          <a:noFill/>
          <a:ln>
            <a:noFill/>
          </a:ln>
        </p:spPr>
        <p:txBody>
          <a:bodyPr anchor="ctr" anchorCtr="0" bIns="34275" lIns="68575" rIns="68575" spcFirstLastPara="1" tIns="34275" wrap="square">
            <a:normAutofit/>
          </a:bodyPr>
          <a:lstStyle>
            <a:lvl1pPr algn="l" lvl="0">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25" name="Shape 55"/>
          <p:cNvSpPr txBox="1"/>
          <p:nvPr>
            <p:ph type="body" idx="1"/>
          </p:nvPr>
        </p:nvSpPr>
        <p:spPr>
          <a:xfrm>
            <a:off x="628650" y="1369219"/>
            <a:ext cx="7886700" cy="3263504"/>
          </a:xfrm>
          <a:prstGeom prst="rect"/>
          <a:noFill/>
          <a:ln>
            <a:noFill/>
          </a:ln>
        </p:spPr>
        <p:txBody>
          <a:bodyPr anchor="t" anchorCtr="0" bIns="34275" lIns="68575" rIns="68575" spcFirstLastPara="1" tIns="34275" wrap="square">
            <a:normAutofit/>
          </a:bodyPr>
          <a:lstStyle>
            <a:lvl1pPr algn="l" indent="-317500" lvl="0" marL="457200">
              <a:lnSpc>
                <a:spcPct val="90000"/>
              </a:lnSpc>
              <a:spcBef>
                <a:spcPts val="800"/>
              </a:spcBef>
              <a:spcAft>
                <a:spcPts val="0"/>
              </a:spcAft>
              <a:buClr>
                <a:schemeClr val="dk1"/>
              </a:buClr>
              <a:buSzPts val="1400"/>
              <a:buChar char="•"/>
            </a:lvl1pPr>
            <a:lvl2pPr algn="l" indent="-317500" lvl="1" marL="914400">
              <a:lnSpc>
                <a:spcPct val="90000"/>
              </a:lnSpc>
              <a:spcBef>
                <a:spcPts val="400"/>
              </a:spcBef>
              <a:spcAft>
                <a:spcPts val="0"/>
              </a:spcAft>
              <a:buClr>
                <a:schemeClr val="dk1"/>
              </a:buClr>
              <a:buSzPts val="1400"/>
              <a:buChar char="•"/>
            </a:lvl2pPr>
            <a:lvl3pPr algn="l" indent="-317500" lvl="2" marL="1371600">
              <a:lnSpc>
                <a:spcPct val="90000"/>
              </a:lnSpc>
              <a:spcBef>
                <a:spcPts val="400"/>
              </a:spcBef>
              <a:spcAft>
                <a:spcPts val="0"/>
              </a:spcAft>
              <a:buClr>
                <a:schemeClr val="dk1"/>
              </a:buClr>
              <a:buSzPts val="1400"/>
              <a:buChar char="•"/>
            </a:lvl3pPr>
            <a:lvl4pPr algn="l" indent="-317500" lvl="3" marL="1828800">
              <a:lnSpc>
                <a:spcPct val="90000"/>
              </a:lnSpc>
              <a:spcBef>
                <a:spcPts val="400"/>
              </a:spcBef>
              <a:spcAft>
                <a:spcPts val="0"/>
              </a:spcAft>
              <a:buClr>
                <a:schemeClr val="dk1"/>
              </a:buClr>
              <a:buSzPts val="1400"/>
              <a:buChar char="•"/>
            </a:lvl4pPr>
            <a:lvl5pPr algn="l" indent="-317500" lvl="4" marL="2286000">
              <a:lnSpc>
                <a:spcPct val="90000"/>
              </a:lnSpc>
              <a:spcBef>
                <a:spcPts val="400"/>
              </a:spcBef>
              <a:spcAft>
                <a:spcPts val="0"/>
              </a:spcAft>
              <a:buClr>
                <a:schemeClr val="dk1"/>
              </a:buClr>
              <a:buSzPts val="1400"/>
              <a:buChar char="•"/>
            </a:lvl5pPr>
            <a:lvl6pPr algn="l" indent="-317500" lvl="5" marL="2743200">
              <a:lnSpc>
                <a:spcPct val="90000"/>
              </a:lnSpc>
              <a:spcBef>
                <a:spcPts val="400"/>
              </a:spcBef>
              <a:spcAft>
                <a:spcPts val="0"/>
              </a:spcAft>
              <a:buClr>
                <a:schemeClr val="dk1"/>
              </a:buClr>
              <a:buSzPts val="1400"/>
              <a:buChar char="•"/>
            </a:lvl6pPr>
            <a:lvl7pPr algn="l" indent="-317500" lvl="6" marL="3200400">
              <a:lnSpc>
                <a:spcPct val="90000"/>
              </a:lnSpc>
              <a:spcBef>
                <a:spcPts val="400"/>
              </a:spcBef>
              <a:spcAft>
                <a:spcPts val="0"/>
              </a:spcAft>
              <a:buClr>
                <a:schemeClr val="dk1"/>
              </a:buClr>
              <a:buSzPts val="1400"/>
              <a:buChar char="•"/>
            </a:lvl7pPr>
            <a:lvl8pPr algn="l" indent="-317500" lvl="7" marL="3657600">
              <a:lnSpc>
                <a:spcPct val="90000"/>
              </a:lnSpc>
              <a:spcBef>
                <a:spcPts val="400"/>
              </a:spcBef>
              <a:spcAft>
                <a:spcPts val="0"/>
              </a:spcAft>
              <a:buClr>
                <a:schemeClr val="dk1"/>
              </a:buClr>
              <a:buSzPts val="1400"/>
              <a:buChar char="•"/>
            </a:lvl8pPr>
            <a:lvl9pPr algn="l" indent="-317500" lvl="8" marL="4114800">
              <a:lnSpc>
                <a:spcPct val="90000"/>
              </a:lnSpc>
              <a:spcBef>
                <a:spcPts val="400"/>
              </a:spcBef>
              <a:spcAft>
                <a:spcPts val="0"/>
              </a:spcAft>
              <a:buClr>
                <a:schemeClr val="dk1"/>
              </a:buClr>
              <a:buSzPts val="1400"/>
              <a:buChar char="•"/>
            </a:lvl9pPr>
          </a:lstStyle>
          <a:p/>
        </p:txBody>
      </p:sp>
      <p:sp>
        <p:nvSpPr>
          <p:cNvPr id="1048826" name="Shape 56"/>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27" name="Shape 57"/>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28" name="Shape 58"/>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60" name="Shape 23"/>
        <p:cNvGrpSpPr/>
        <p:nvPr/>
      </p:nvGrpSpPr>
      <p:grpSpPr>
        <a:xfrm>
          <a:off x="0" y="0"/>
          <a:ext cx="0" cy="0"/>
          <a:chOff x="0" y="0"/>
          <a:chExt cx="0" cy="0"/>
        </a:xfrm>
      </p:grpSpPr>
      <p:sp>
        <p:nvSpPr>
          <p:cNvPr id="1048840" name="Shape 59"/>
          <p:cNvSpPr txBox="1"/>
          <p:nvPr>
            <p:ph type="title"/>
          </p:nvPr>
        </p:nvSpPr>
        <p:spPr>
          <a:xfrm>
            <a:off x="623888" y="1282304"/>
            <a:ext cx="7886700" cy="2139553"/>
          </a:xfrm>
          <a:prstGeom prst="rect"/>
          <a:noFill/>
          <a:ln>
            <a:noFill/>
          </a:ln>
        </p:spPr>
        <p:txBody>
          <a:bodyPr anchor="b" anchorCtr="0" bIns="34275" lIns="68575" rIns="68575" spcFirstLastPara="1" tIns="34275" wrap="square">
            <a:normAutofit/>
          </a:bodyPr>
          <a:lstStyle>
            <a:lvl1pPr algn="l" lvl="0">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41" name="Shape 60"/>
          <p:cNvSpPr txBox="1"/>
          <p:nvPr>
            <p:ph type="body" idx="1"/>
          </p:nvPr>
        </p:nvSpPr>
        <p:spPr>
          <a:xfrm>
            <a:off x="623888" y="3442097"/>
            <a:ext cx="7886700" cy="1125140"/>
          </a:xfrm>
          <a:prstGeom prst="rect"/>
          <a:noFill/>
          <a:ln>
            <a:noFill/>
          </a:ln>
        </p:spPr>
        <p:txBody>
          <a:bodyPr anchor="t" anchorCtr="0" bIns="34275" lIns="68575" rIns="68575" spcFirstLastPara="1" tIns="34275" wrap="square">
            <a:normAutofit/>
          </a:bodyPr>
          <a:lstStyle>
            <a:lvl1pPr algn="l" indent="-228600" lvl="0" marL="457200">
              <a:lnSpc>
                <a:spcPct val="90000"/>
              </a:lnSpc>
              <a:spcBef>
                <a:spcPts val="800"/>
              </a:spcBef>
              <a:spcAft>
                <a:spcPts val="0"/>
              </a:spcAft>
              <a:buClr>
                <a:srgbClr val="888888"/>
              </a:buClr>
              <a:buSzPts val="1800"/>
              <a:buNone/>
              <a:defRPr sz="1800">
                <a:solidFill>
                  <a:srgbClr val="888888"/>
                </a:solidFill>
              </a:defRPr>
            </a:lvl1pPr>
            <a:lvl2pPr algn="l" indent="-228600" lvl="1" marL="914400">
              <a:lnSpc>
                <a:spcPct val="90000"/>
              </a:lnSpc>
              <a:spcBef>
                <a:spcPts val="400"/>
              </a:spcBef>
              <a:spcAft>
                <a:spcPts val="0"/>
              </a:spcAft>
              <a:buClr>
                <a:srgbClr val="888888"/>
              </a:buClr>
              <a:buSzPts val="1500"/>
              <a:buNone/>
              <a:defRPr sz="1500">
                <a:solidFill>
                  <a:srgbClr val="888888"/>
                </a:solidFill>
              </a:defRPr>
            </a:lvl2pPr>
            <a:lvl3pPr algn="l" indent="-228600" lvl="2" marL="1371600">
              <a:lnSpc>
                <a:spcPct val="90000"/>
              </a:lnSpc>
              <a:spcBef>
                <a:spcPts val="400"/>
              </a:spcBef>
              <a:spcAft>
                <a:spcPts val="0"/>
              </a:spcAft>
              <a:buClr>
                <a:srgbClr val="888888"/>
              </a:buClr>
              <a:buSzPts val="1400"/>
              <a:buNone/>
              <a:defRPr sz="1400">
                <a:solidFill>
                  <a:srgbClr val="888888"/>
                </a:solidFill>
              </a:defRPr>
            </a:lvl3pPr>
            <a:lvl4pPr algn="l" indent="-228600" lvl="3" marL="1828800">
              <a:lnSpc>
                <a:spcPct val="90000"/>
              </a:lnSpc>
              <a:spcBef>
                <a:spcPts val="400"/>
              </a:spcBef>
              <a:spcAft>
                <a:spcPts val="0"/>
              </a:spcAft>
              <a:buClr>
                <a:srgbClr val="888888"/>
              </a:buClr>
              <a:buSzPts val="1200"/>
              <a:buNone/>
              <a:defRPr sz="1200">
                <a:solidFill>
                  <a:srgbClr val="888888"/>
                </a:solidFill>
              </a:defRPr>
            </a:lvl4pPr>
            <a:lvl5pPr algn="l" indent="-228600" lvl="4" marL="2286000">
              <a:lnSpc>
                <a:spcPct val="90000"/>
              </a:lnSpc>
              <a:spcBef>
                <a:spcPts val="400"/>
              </a:spcBef>
              <a:spcAft>
                <a:spcPts val="0"/>
              </a:spcAft>
              <a:buClr>
                <a:srgbClr val="888888"/>
              </a:buClr>
              <a:buSzPts val="1200"/>
              <a:buNone/>
              <a:defRPr sz="1200">
                <a:solidFill>
                  <a:srgbClr val="888888"/>
                </a:solidFill>
              </a:defRPr>
            </a:lvl5pPr>
            <a:lvl6pPr algn="l" indent="-228600" lvl="5" marL="2743200">
              <a:lnSpc>
                <a:spcPct val="90000"/>
              </a:lnSpc>
              <a:spcBef>
                <a:spcPts val="400"/>
              </a:spcBef>
              <a:spcAft>
                <a:spcPts val="0"/>
              </a:spcAft>
              <a:buClr>
                <a:srgbClr val="888888"/>
              </a:buClr>
              <a:buSzPts val="1200"/>
              <a:buNone/>
              <a:defRPr sz="1200">
                <a:solidFill>
                  <a:srgbClr val="888888"/>
                </a:solidFill>
              </a:defRPr>
            </a:lvl6pPr>
            <a:lvl7pPr algn="l" indent="-228600" lvl="6" marL="3200400">
              <a:lnSpc>
                <a:spcPct val="90000"/>
              </a:lnSpc>
              <a:spcBef>
                <a:spcPts val="400"/>
              </a:spcBef>
              <a:spcAft>
                <a:spcPts val="0"/>
              </a:spcAft>
              <a:buClr>
                <a:srgbClr val="888888"/>
              </a:buClr>
              <a:buSzPts val="1200"/>
              <a:buNone/>
              <a:defRPr sz="1200">
                <a:solidFill>
                  <a:srgbClr val="888888"/>
                </a:solidFill>
              </a:defRPr>
            </a:lvl7pPr>
            <a:lvl8pPr algn="l" indent="-228600" lvl="7" marL="3657600">
              <a:lnSpc>
                <a:spcPct val="90000"/>
              </a:lnSpc>
              <a:spcBef>
                <a:spcPts val="400"/>
              </a:spcBef>
              <a:spcAft>
                <a:spcPts val="0"/>
              </a:spcAft>
              <a:buClr>
                <a:srgbClr val="888888"/>
              </a:buClr>
              <a:buSzPts val="1200"/>
              <a:buNone/>
              <a:defRPr sz="1200">
                <a:solidFill>
                  <a:srgbClr val="888888"/>
                </a:solidFill>
              </a:defRPr>
            </a:lvl8pPr>
            <a:lvl9pPr algn="l" indent="-228600" lvl="8" marL="4114800">
              <a:lnSpc>
                <a:spcPct val="90000"/>
              </a:lnSpc>
              <a:spcBef>
                <a:spcPts val="400"/>
              </a:spcBef>
              <a:spcAft>
                <a:spcPts val="0"/>
              </a:spcAft>
              <a:buClr>
                <a:srgbClr val="888888"/>
              </a:buClr>
              <a:buSzPts val="1200"/>
              <a:buNone/>
              <a:defRPr sz="1200">
                <a:solidFill>
                  <a:srgbClr val="888888"/>
                </a:solidFill>
              </a:defRPr>
            </a:lvl9pPr>
          </a:lstStyle>
          <a:p/>
        </p:txBody>
      </p:sp>
      <p:sp>
        <p:nvSpPr>
          <p:cNvPr id="1048842" name="Shape 61"/>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43" name="Shape 62"/>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44" name="Shape 63"/>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61" name="Shape 29"/>
        <p:cNvGrpSpPr/>
        <p:nvPr/>
      </p:nvGrpSpPr>
      <p:grpSpPr>
        <a:xfrm>
          <a:off x="0" y="0"/>
          <a:ext cx="0" cy="0"/>
          <a:chOff x="0" y="0"/>
          <a:chExt cx="0" cy="0"/>
        </a:xfrm>
      </p:grpSpPr>
      <p:sp>
        <p:nvSpPr>
          <p:cNvPr id="1048845" name="Shape 9"/>
          <p:cNvSpPr txBox="1"/>
          <p:nvPr>
            <p:ph type="title"/>
          </p:nvPr>
        </p:nvSpPr>
        <p:spPr>
          <a:xfrm>
            <a:off x="628650" y="273844"/>
            <a:ext cx="7886700" cy="994172"/>
          </a:xfrm>
          <a:prstGeom prst="rect"/>
          <a:noFill/>
          <a:ln>
            <a:noFill/>
          </a:ln>
        </p:spPr>
        <p:txBody>
          <a:bodyPr anchor="ctr" anchorCtr="0" bIns="34275" lIns="68575" rIns="68575" spcFirstLastPara="1" tIns="34275" wrap="square">
            <a:normAutofit/>
          </a:bodyPr>
          <a:lstStyle>
            <a:lvl1pPr algn="l" lvl="0">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46" name="Shape 10"/>
          <p:cNvSpPr txBox="1"/>
          <p:nvPr>
            <p:ph type="body" idx="1"/>
          </p:nvPr>
        </p:nvSpPr>
        <p:spPr>
          <a:xfrm>
            <a:off x="628650" y="1369219"/>
            <a:ext cx="3886200" cy="3263504"/>
          </a:xfrm>
          <a:prstGeom prst="rect"/>
          <a:noFill/>
          <a:ln>
            <a:noFill/>
          </a:ln>
        </p:spPr>
        <p:txBody>
          <a:bodyPr anchor="t" anchorCtr="0" bIns="34275" lIns="68575" rIns="68575" spcFirstLastPara="1" tIns="34275" wrap="square">
            <a:normAutofit/>
          </a:bodyPr>
          <a:lstStyle>
            <a:lvl1pPr algn="l" indent="-317500" lvl="0" marL="457200">
              <a:lnSpc>
                <a:spcPct val="90000"/>
              </a:lnSpc>
              <a:spcBef>
                <a:spcPts val="800"/>
              </a:spcBef>
              <a:spcAft>
                <a:spcPts val="0"/>
              </a:spcAft>
              <a:buClr>
                <a:schemeClr val="dk1"/>
              </a:buClr>
              <a:buSzPts val="1400"/>
              <a:buChar char="•"/>
            </a:lvl1pPr>
            <a:lvl2pPr algn="l" indent="-317500" lvl="1" marL="914400">
              <a:lnSpc>
                <a:spcPct val="90000"/>
              </a:lnSpc>
              <a:spcBef>
                <a:spcPts val="400"/>
              </a:spcBef>
              <a:spcAft>
                <a:spcPts val="0"/>
              </a:spcAft>
              <a:buClr>
                <a:schemeClr val="dk1"/>
              </a:buClr>
              <a:buSzPts val="1400"/>
              <a:buChar char="•"/>
            </a:lvl2pPr>
            <a:lvl3pPr algn="l" indent="-317500" lvl="2" marL="1371600">
              <a:lnSpc>
                <a:spcPct val="90000"/>
              </a:lnSpc>
              <a:spcBef>
                <a:spcPts val="400"/>
              </a:spcBef>
              <a:spcAft>
                <a:spcPts val="0"/>
              </a:spcAft>
              <a:buClr>
                <a:schemeClr val="dk1"/>
              </a:buClr>
              <a:buSzPts val="1400"/>
              <a:buChar char="•"/>
            </a:lvl3pPr>
            <a:lvl4pPr algn="l" indent="-317500" lvl="3" marL="1828800">
              <a:lnSpc>
                <a:spcPct val="90000"/>
              </a:lnSpc>
              <a:spcBef>
                <a:spcPts val="400"/>
              </a:spcBef>
              <a:spcAft>
                <a:spcPts val="0"/>
              </a:spcAft>
              <a:buClr>
                <a:schemeClr val="dk1"/>
              </a:buClr>
              <a:buSzPts val="1400"/>
              <a:buChar char="•"/>
            </a:lvl4pPr>
            <a:lvl5pPr algn="l" indent="-317500" lvl="4" marL="2286000">
              <a:lnSpc>
                <a:spcPct val="90000"/>
              </a:lnSpc>
              <a:spcBef>
                <a:spcPts val="400"/>
              </a:spcBef>
              <a:spcAft>
                <a:spcPts val="0"/>
              </a:spcAft>
              <a:buClr>
                <a:schemeClr val="dk1"/>
              </a:buClr>
              <a:buSzPts val="1400"/>
              <a:buChar char="•"/>
            </a:lvl5pPr>
            <a:lvl6pPr algn="l" indent="-317500" lvl="5" marL="2743200">
              <a:lnSpc>
                <a:spcPct val="90000"/>
              </a:lnSpc>
              <a:spcBef>
                <a:spcPts val="400"/>
              </a:spcBef>
              <a:spcAft>
                <a:spcPts val="0"/>
              </a:spcAft>
              <a:buClr>
                <a:schemeClr val="dk1"/>
              </a:buClr>
              <a:buSzPts val="1400"/>
              <a:buChar char="•"/>
            </a:lvl6pPr>
            <a:lvl7pPr algn="l" indent="-317500" lvl="6" marL="3200400">
              <a:lnSpc>
                <a:spcPct val="90000"/>
              </a:lnSpc>
              <a:spcBef>
                <a:spcPts val="400"/>
              </a:spcBef>
              <a:spcAft>
                <a:spcPts val="0"/>
              </a:spcAft>
              <a:buClr>
                <a:schemeClr val="dk1"/>
              </a:buClr>
              <a:buSzPts val="1400"/>
              <a:buChar char="•"/>
            </a:lvl7pPr>
            <a:lvl8pPr algn="l" indent="-317500" lvl="7" marL="3657600">
              <a:lnSpc>
                <a:spcPct val="90000"/>
              </a:lnSpc>
              <a:spcBef>
                <a:spcPts val="400"/>
              </a:spcBef>
              <a:spcAft>
                <a:spcPts val="0"/>
              </a:spcAft>
              <a:buClr>
                <a:schemeClr val="dk1"/>
              </a:buClr>
              <a:buSzPts val="1400"/>
              <a:buChar char="•"/>
            </a:lvl8pPr>
            <a:lvl9pPr algn="l" indent="-317500" lvl="8" marL="4114800">
              <a:lnSpc>
                <a:spcPct val="90000"/>
              </a:lnSpc>
              <a:spcBef>
                <a:spcPts val="400"/>
              </a:spcBef>
              <a:spcAft>
                <a:spcPts val="0"/>
              </a:spcAft>
              <a:buClr>
                <a:schemeClr val="dk1"/>
              </a:buClr>
              <a:buSzPts val="1400"/>
              <a:buChar char="•"/>
            </a:lvl9pPr>
          </a:lstStyle>
          <a:p/>
        </p:txBody>
      </p:sp>
      <p:sp>
        <p:nvSpPr>
          <p:cNvPr id="1048847" name="Shape 11"/>
          <p:cNvSpPr txBox="1"/>
          <p:nvPr>
            <p:ph type="body" idx="2"/>
          </p:nvPr>
        </p:nvSpPr>
        <p:spPr>
          <a:xfrm>
            <a:off x="4629150" y="1369219"/>
            <a:ext cx="3886200" cy="3263504"/>
          </a:xfrm>
          <a:prstGeom prst="rect"/>
          <a:noFill/>
          <a:ln>
            <a:noFill/>
          </a:ln>
        </p:spPr>
        <p:txBody>
          <a:bodyPr anchor="t" anchorCtr="0" bIns="34275" lIns="68575" rIns="68575" spcFirstLastPara="1" tIns="34275" wrap="square">
            <a:normAutofit/>
          </a:bodyPr>
          <a:lstStyle>
            <a:lvl1pPr algn="l" indent="-317500" lvl="0" marL="457200">
              <a:lnSpc>
                <a:spcPct val="90000"/>
              </a:lnSpc>
              <a:spcBef>
                <a:spcPts val="800"/>
              </a:spcBef>
              <a:spcAft>
                <a:spcPts val="0"/>
              </a:spcAft>
              <a:buClr>
                <a:schemeClr val="dk1"/>
              </a:buClr>
              <a:buSzPts val="1400"/>
              <a:buChar char="•"/>
            </a:lvl1pPr>
            <a:lvl2pPr algn="l" indent="-317500" lvl="1" marL="914400">
              <a:lnSpc>
                <a:spcPct val="90000"/>
              </a:lnSpc>
              <a:spcBef>
                <a:spcPts val="400"/>
              </a:spcBef>
              <a:spcAft>
                <a:spcPts val="0"/>
              </a:spcAft>
              <a:buClr>
                <a:schemeClr val="dk1"/>
              </a:buClr>
              <a:buSzPts val="1400"/>
              <a:buChar char="•"/>
            </a:lvl2pPr>
            <a:lvl3pPr algn="l" indent="-317500" lvl="2" marL="1371600">
              <a:lnSpc>
                <a:spcPct val="90000"/>
              </a:lnSpc>
              <a:spcBef>
                <a:spcPts val="400"/>
              </a:spcBef>
              <a:spcAft>
                <a:spcPts val="0"/>
              </a:spcAft>
              <a:buClr>
                <a:schemeClr val="dk1"/>
              </a:buClr>
              <a:buSzPts val="1400"/>
              <a:buChar char="•"/>
            </a:lvl3pPr>
            <a:lvl4pPr algn="l" indent="-317500" lvl="3" marL="1828800">
              <a:lnSpc>
                <a:spcPct val="90000"/>
              </a:lnSpc>
              <a:spcBef>
                <a:spcPts val="400"/>
              </a:spcBef>
              <a:spcAft>
                <a:spcPts val="0"/>
              </a:spcAft>
              <a:buClr>
                <a:schemeClr val="dk1"/>
              </a:buClr>
              <a:buSzPts val="1400"/>
              <a:buChar char="•"/>
            </a:lvl4pPr>
            <a:lvl5pPr algn="l" indent="-317500" lvl="4" marL="2286000">
              <a:lnSpc>
                <a:spcPct val="90000"/>
              </a:lnSpc>
              <a:spcBef>
                <a:spcPts val="400"/>
              </a:spcBef>
              <a:spcAft>
                <a:spcPts val="0"/>
              </a:spcAft>
              <a:buClr>
                <a:schemeClr val="dk1"/>
              </a:buClr>
              <a:buSzPts val="1400"/>
              <a:buChar char="•"/>
            </a:lvl5pPr>
            <a:lvl6pPr algn="l" indent="-317500" lvl="5" marL="2743200">
              <a:lnSpc>
                <a:spcPct val="90000"/>
              </a:lnSpc>
              <a:spcBef>
                <a:spcPts val="400"/>
              </a:spcBef>
              <a:spcAft>
                <a:spcPts val="0"/>
              </a:spcAft>
              <a:buClr>
                <a:schemeClr val="dk1"/>
              </a:buClr>
              <a:buSzPts val="1400"/>
              <a:buChar char="•"/>
            </a:lvl6pPr>
            <a:lvl7pPr algn="l" indent="-317500" lvl="6" marL="3200400">
              <a:lnSpc>
                <a:spcPct val="90000"/>
              </a:lnSpc>
              <a:spcBef>
                <a:spcPts val="400"/>
              </a:spcBef>
              <a:spcAft>
                <a:spcPts val="0"/>
              </a:spcAft>
              <a:buClr>
                <a:schemeClr val="dk1"/>
              </a:buClr>
              <a:buSzPts val="1400"/>
              <a:buChar char="•"/>
            </a:lvl7pPr>
            <a:lvl8pPr algn="l" indent="-317500" lvl="7" marL="3657600">
              <a:lnSpc>
                <a:spcPct val="90000"/>
              </a:lnSpc>
              <a:spcBef>
                <a:spcPts val="400"/>
              </a:spcBef>
              <a:spcAft>
                <a:spcPts val="0"/>
              </a:spcAft>
              <a:buClr>
                <a:schemeClr val="dk1"/>
              </a:buClr>
              <a:buSzPts val="1400"/>
              <a:buChar char="•"/>
            </a:lvl8pPr>
            <a:lvl9pPr algn="l" indent="-317500" lvl="8" marL="4114800">
              <a:lnSpc>
                <a:spcPct val="90000"/>
              </a:lnSpc>
              <a:spcBef>
                <a:spcPts val="400"/>
              </a:spcBef>
              <a:spcAft>
                <a:spcPts val="0"/>
              </a:spcAft>
              <a:buClr>
                <a:schemeClr val="dk1"/>
              </a:buClr>
              <a:buSzPts val="1400"/>
              <a:buChar char="•"/>
            </a:lvl9pPr>
          </a:lstStyle>
          <a:p/>
        </p:txBody>
      </p:sp>
      <p:sp>
        <p:nvSpPr>
          <p:cNvPr id="1048848" name="Shape 12"/>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49" name="Shape 13"/>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50" name="Shape 14"/>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62" name="Shape 36"/>
        <p:cNvGrpSpPr/>
        <p:nvPr/>
      </p:nvGrpSpPr>
      <p:grpSpPr>
        <a:xfrm>
          <a:off x="0" y="0"/>
          <a:ext cx="0" cy="0"/>
          <a:chOff x="0" y="0"/>
          <a:chExt cx="0" cy="0"/>
        </a:xfrm>
      </p:grpSpPr>
      <p:sp>
        <p:nvSpPr>
          <p:cNvPr id="1048851" name="Shape 35"/>
          <p:cNvSpPr txBox="1"/>
          <p:nvPr>
            <p:ph type="title"/>
          </p:nvPr>
        </p:nvSpPr>
        <p:spPr>
          <a:xfrm>
            <a:off x="629841" y="273844"/>
            <a:ext cx="7886700" cy="994172"/>
          </a:xfrm>
          <a:prstGeom prst="rect"/>
          <a:noFill/>
          <a:ln>
            <a:noFill/>
          </a:ln>
        </p:spPr>
        <p:txBody>
          <a:bodyPr anchor="ctr" anchorCtr="0" bIns="34275" lIns="68575" rIns="68575" spcFirstLastPara="1" tIns="34275" wrap="square">
            <a:normAutofit/>
          </a:bodyPr>
          <a:lstStyle>
            <a:lvl1pPr algn="l" lvl="0">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52" name="Shape 36"/>
          <p:cNvSpPr txBox="1"/>
          <p:nvPr>
            <p:ph type="body" idx="1"/>
          </p:nvPr>
        </p:nvSpPr>
        <p:spPr>
          <a:xfrm>
            <a:off x="629841" y="1260872"/>
            <a:ext cx="3868340" cy="617934"/>
          </a:xfrm>
          <a:prstGeom prst="rect"/>
          <a:noFill/>
          <a:ln>
            <a:noFill/>
          </a:ln>
        </p:spPr>
        <p:txBody>
          <a:bodyPr anchor="b" anchorCtr="0" bIns="34275" lIns="68575" rIns="68575" spcFirstLastPara="1" tIns="34275" wrap="square">
            <a:normAutofit/>
          </a:bodyPr>
          <a:lstStyle>
            <a:lvl1pPr algn="l" indent="-228600" lvl="0" marL="457200">
              <a:lnSpc>
                <a:spcPct val="90000"/>
              </a:lnSpc>
              <a:spcBef>
                <a:spcPts val="800"/>
              </a:spcBef>
              <a:spcAft>
                <a:spcPts val="0"/>
              </a:spcAft>
              <a:buClr>
                <a:schemeClr val="dk1"/>
              </a:buClr>
              <a:buSzPts val="1800"/>
              <a:buNone/>
              <a:defRPr b="1" sz="1800"/>
            </a:lvl1pPr>
            <a:lvl2pPr algn="l" indent="-228600" lvl="1" marL="914400">
              <a:lnSpc>
                <a:spcPct val="90000"/>
              </a:lnSpc>
              <a:spcBef>
                <a:spcPts val="400"/>
              </a:spcBef>
              <a:spcAft>
                <a:spcPts val="0"/>
              </a:spcAft>
              <a:buClr>
                <a:schemeClr val="dk1"/>
              </a:buClr>
              <a:buSzPts val="1500"/>
              <a:buNone/>
              <a:defRPr b="1" sz="1500"/>
            </a:lvl2pPr>
            <a:lvl3pPr algn="l" indent="-228600" lvl="2" marL="1371600">
              <a:lnSpc>
                <a:spcPct val="90000"/>
              </a:lnSpc>
              <a:spcBef>
                <a:spcPts val="400"/>
              </a:spcBef>
              <a:spcAft>
                <a:spcPts val="0"/>
              </a:spcAft>
              <a:buClr>
                <a:schemeClr val="dk1"/>
              </a:buClr>
              <a:buSzPts val="1400"/>
              <a:buNone/>
              <a:defRPr b="1" sz="1400"/>
            </a:lvl3pPr>
            <a:lvl4pPr algn="l" indent="-228600" lvl="3" marL="1828800">
              <a:lnSpc>
                <a:spcPct val="90000"/>
              </a:lnSpc>
              <a:spcBef>
                <a:spcPts val="400"/>
              </a:spcBef>
              <a:spcAft>
                <a:spcPts val="0"/>
              </a:spcAft>
              <a:buClr>
                <a:schemeClr val="dk1"/>
              </a:buClr>
              <a:buSzPts val="1200"/>
              <a:buNone/>
              <a:defRPr b="1" sz="1200"/>
            </a:lvl4pPr>
            <a:lvl5pPr algn="l" indent="-228600" lvl="4" marL="2286000">
              <a:lnSpc>
                <a:spcPct val="90000"/>
              </a:lnSpc>
              <a:spcBef>
                <a:spcPts val="400"/>
              </a:spcBef>
              <a:spcAft>
                <a:spcPts val="0"/>
              </a:spcAft>
              <a:buClr>
                <a:schemeClr val="dk1"/>
              </a:buClr>
              <a:buSzPts val="1200"/>
              <a:buNone/>
              <a:defRPr b="1" sz="1200"/>
            </a:lvl5pPr>
            <a:lvl6pPr algn="l" indent="-228600" lvl="5" marL="2743200">
              <a:lnSpc>
                <a:spcPct val="90000"/>
              </a:lnSpc>
              <a:spcBef>
                <a:spcPts val="400"/>
              </a:spcBef>
              <a:spcAft>
                <a:spcPts val="0"/>
              </a:spcAft>
              <a:buClr>
                <a:schemeClr val="dk1"/>
              </a:buClr>
              <a:buSzPts val="1200"/>
              <a:buNone/>
              <a:defRPr b="1" sz="1200"/>
            </a:lvl6pPr>
            <a:lvl7pPr algn="l" indent="-228600" lvl="6" marL="3200400">
              <a:lnSpc>
                <a:spcPct val="90000"/>
              </a:lnSpc>
              <a:spcBef>
                <a:spcPts val="400"/>
              </a:spcBef>
              <a:spcAft>
                <a:spcPts val="0"/>
              </a:spcAft>
              <a:buClr>
                <a:schemeClr val="dk1"/>
              </a:buClr>
              <a:buSzPts val="1200"/>
              <a:buNone/>
              <a:defRPr b="1" sz="1200"/>
            </a:lvl7pPr>
            <a:lvl8pPr algn="l" indent="-228600" lvl="7" marL="3657600">
              <a:lnSpc>
                <a:spcPct val="90000"/>
              </a:lnSpc>
              <a:spcBef>
                <a:spcPts val="400"/>
              </a:spcBef>
              <a:spcAft>
                <a:spcPts val="0"/>
              </a:spcAft>
              <a:buClr>
                <a:schemeClr val="dk1"/>
              </a:buClr>
              <a:buSzPts val="1200"/>
              <a:buNone/>
              <a:defRPr b="1" sz="1200"/>
            </a:lvl8pPr>
            <a:lvl9pPr algn="l" indent="-228600" lvl="8" marL="4114800">
              <a:lnSpc>
                <a:spcPct val="90000"/>
              </a:lnSpc>
              <a:spcBef>
                <a:spcPts val="400"/>
              </a:spcBef>
              <a:spcAft>
                <a:spcPts val="0"/>
              </a:spcAft>
              <a:buClr>
                <a:schemeClr val="dk1"/>
              </a:buClr>
              <a:buSzPts val="1200"/>
              <a:buNone/>
              <a:defRPr b="1" sz="1200"/>
            </a:lvl9pPr>
          </a:lstStyle>
          <a:p/>
        </p:txBody>
      </p:sp>
      <p:sp>
        <p:nvSpPr>
          <p:cNvPr id="1048853" name="Shape 37"/>
          <p:cNvSpPr txBox="1"/>
          <p:nvPr>
            <p:ph type="body" idx="2"/>
          </p:nvPr>
        </p:nvSpPr>
        <p:spPr>
          <a:xfrm>
            <a:off x="629841" y="1878806"/>
            <a:ext cx="3868340" cy="2763441"/>
          </a:xfrm>
          <a:prstGeom prst="rect"/>
          <a:noFill/>
          <a:ln>
            <a:noFill/>
          </a:ln>
        </p:spPr>
        <p:txBody>
          <a:bodyPr anchor="t" anchorCtr="0" bIns="34275" lIns="68575" rIns="68575" spcFirstLastPara="1" tIns="34275" wrap="square">
            <a:normAutofit/>
          </a:bodyPr>
          <a:lstStyle>
            <a:lvl1pPr algn="l" indent="-317500" lvl="0" marL="457200">
              <a:lnSpc>
                <a:spcPct val="90000"/>
              </a:lnSpc>
              <a:spcBef>
                <a:spcPts val="800"/>
              </a:spcBef>
              <a:spcAft>
                <a:spcPts val="0"/>
              </a:spcAft>
              <a:buClr>
                <a:schemeClr val="dk1"/>
              </a:buClr>
              <a:buSzPts val="1400"/>
              <a:buChar char="•"/>
            </a:lvl1pPr>
            <a:lvl2pPr algn="l" indent="-317500" lvl="1" marL="914400">
              <a:lnSpc>
                <a:spcPct val="90000"/>
              </a:lnSpc>
              <a:spcBef>
                <a:spcPts val="400"/>
              </a:spcBef>
              <a:spcAft>
                <a:spcPts val="0"/>
              </a:spcAft>
              <a:buClr>
                <a:schemeClr val="dk1"/>
              </a:buClr>
              <a:buSzPts val="1400"/>
              <a:buChar char="•"/>
            </a:lvl2pPr>
            <a:lvl3pPr algn="l" indent="-317500" lvl="2" marL="1371600">
              <a:lnSpc>
                <a:spcPct val="90000"/>
              </a:lnSpc>
              <a:spcBef>
                <a:spcPts val="400"/>
              </a:spcBef>
              <a:spcAft>
                <a:spcPts val="0"/>
              </a:spcAft>
              <a:buClr>
                <a:schemeClr val="dk1"/>
              </a:buClr>
              <a:buSzPts val="1400"/>
              <a:buChar char="•"/>
            </a:lvl3pPr>
            <a:lvl4pPr algn="l" indent="-317500" lvl="3" marL="1828800">
              <a:lnSpc>
                <a:spcPct val="90000"/>
              </a:lnSpc>
              <a:spcBef>
                <a:spcPts val="400"/>
              </a:spcBef>
              <a:spcAft>
                <a:spcPts val="0"/>
              </a:spcAft>
              <a:buClr>
                <a:schemeClr val="dk1"/>
              </a:buClr>
              <a:buSzPts val="1400"/>
              <a:buChar char="•"/>
            </a:lvl4pPr>
            <a:lvl5pPr algn="l" indent="-317500" lvl="4" marL="2286000">
              <a:lnSpc>
                <a:spcPct val="90000"/>
              </a:lnSpc>
              <a:spcBef>
                <a:spcPts val="400"/>
              </a:spcBef>
              <a:spcAft>
                <a:spcPts val="0"/>
              </a:spcAft>
              <a:buClr>
                <a:schemeClr val="dk1"/>
              </a:buClr>
              <a:buSzPts val="1400"/>
              <a:buChar char="•"/>
            </a:lvl5pPr>
            <a:lvl6pPr algn="l" indent="-317500" lvl="5" marL="2743200">
              <a:lnSpc>
                <a:spcPct val="90000"/>
              </a:lnSpc>
              <a:spcBef>
                <a:spcPts val="400"/>
              </a:spcBef>
              <a:spcAft>
                <a:spcPts val="0"/>
              </a:spcAft>
              <a:buClr>
                <a:schemeClr val="dk1"/>
              </a:buClr>
              <a:buSzPts val="1400"/>
              <a:buChar char="•"/>
            </a:lvl6pPr>
            <a:lvl7pPr algn="l" indent="-317500" lvl="6" marL="3200400">
              <a:lnSpc>
                <a:spcPct val="90000"/>
              </a:lnSpc>
              <a:spcBef>
                <a:spcPts val="400"/>
              </a:spcBef>
              <a:spcAft>
                <a:spcPts val="0"/>
              </a:spcAft>
              <a:buClr>
                <a:schemeClr val="dk1"/>
              </a:buClr>
              <a:buSzPts val="1400"/>
              <a:buChar char="•"/>
            </a:lvl7pPr>
            <a:lvl8pPr algn="l" indent="-317500" lvl="7" marL="3657600">
              <a:lnSpc>
                <a:spcPct val="90000"/>
              </a:lnSpc>
              <a:spcBef>
                <a:spcPts val="400"/>
              </a:spcBef>
              <a:spcAft>
                <a:spcPts val="0"/>
              </a:spcAft>
              <a:buClr>
                <a:schemeClr val="dk1"/>
              </a:buClr>
              <a:buSzPts val="1400"/>
              <a:buChar char="•"/>
            </a:lvl8pPr>
            <a:lvl9pPr algn="l" indent="-317500" lvl="8" marL="4114800">
              <a:lnSpc>
                <a:spcPct val="90000"/>
              </a:lnSpc>
              <a:spcBef>
                <a:spcPts val="400"/>
              </a:spcBef>
              <a:spcAft>
                <a:spcPts val="0"/>
              </a:spcAft>
              <a:buClr>
                <a:schemeClr val="dk1"/>
              </a:buClr>
              <a:buSzPts val="1400"/>
              <a:buChar char="•"/>
            </a:lvl9pPr>
          </a:lstStyle>
          <a:p/>
        </p:txBody>
      </p:sp>
      <p:sp>
        <p:nvSpPr>
          <p:cNvPr id="1048854" name="Shape 38"/>
          <p:cNvSpPr txBox="1"/>
          <p:nvPr>
            <p:ph type="body" idx="3"/>
          </p:nvPr>
        </p:nvSpPr>
        <p:spPr>
          <a:xfrm>
            <a:off x="4629150" y="1260872"/>
            <a:ext cx="3887391" cy="617934"/>
          </a:xfrm>
          <a:prstGeom prst="rect"/>
          <a:noFill/>
          <a:ln>
            <a:noFill/>
          </a:ln>
        </p:spPr>
        <p:txBody>
          <a:bodyPr anchor="b" anchorCtr="0" bIns="34275" lIns="68575" rIns="68575" spcFirstLastPara="1" tIns="34275" wrap="square">
            <a:normAutofit/>
          </a:bodyPr>
          <a:lstStyle>
            <a:lvl1pPr algn="l" indent="-228600" lvl="0" marL="457200">
              <a:lnSpc>
                <a:spcPct val="90000"/>
              </a:lnSpc>
              <a:spcBef>
                <a:spcPts val="800"/>
              </a:spcBef>
              <a:spcAft>
                <a:spcPts val="0"/>
              </a:spcAft>
              <a:buClr>
                <a:schemeClr val="dk1"/>
              </a:buClr>
              <a:buSzPts val="1800"/>
              <a:buNone/>
              <a:defRPr b="1" sz="1800"/>
            </a:lvl1pPr>
            <a:lvl2pPr algn="l" indent="-228600" lvl="1" marL="914400">
              <a:lnSpc>
                <a:spcPct val="90000"/>
              </a:lnSpc>
              <a:spcBef>
                <a:spcPts val="400"/>
              </a:spcBef>
              <a:spcAft>
                <a:spcPts val="0"/>
              </a:spcAft>
              <a:buClr>
                <a:schemeClr val="dk1"/>
              </a:buClr>
              <a:buSzPts val="1500"/>
              <a:buNone/>
              <a:defRPr b="1" sz="1500"/>
            </a:lvl2pPr>
            <a:lvl3pPr algn="l" indent="-228600" lvl="2" marL="1371600">
              <a:lnSpc>
                <a:spcPct val="90000"/>
              </a:lnSpc>
              <a:spcBef>
                <a:spcPts val="400"/>
              </a:spcBef>
              <a:spcAft>
                <a:spcPts val="0"/>
              </a:spcAft>
              <a:buClr>
                <a:schemeClr val="dk1"/>
              </a:buClr>
              <a:buSzPts val="1400"/>
              <a:buNone/>
              <a:defRPr b="1" sz="1400"/>
            </a:lvl3pPr>
            <a:lvl4pPr algn="l" indent="-228600" lvl="3" marL="1828800">
              <a:lnSpc>
                <a:spcPct val="90000"/>
              </a:lnSpc>
              <a:spcBef>
                <a:spcPts val="400"/>
              </a:spcBef>
              <a:spcAft>
                <a:spcPts val="0"/>
              </a:spcAft>
              <a:buClr>
                <a:schemeClr val="dk1"/>
              </a:buClr>
              <a:buSzPts val="1200"/>
              <a:buNone/>
              <a:defRPr b="1" sz="1200"/>
            </a:lvl4pPr>
            <a:lvl5pPr algn="l" indent="-228600" lvl="4" marL="2286000">
              <a:lnSpc>
                <a:spcPct val="90000"/>
              </a:lnSpc>
              <a:spcBef>
                <a:spcPts val="400"/>
              </a:spcBef>
              <a:spcAft>
                <a:spcPts val="0"/>
              </a:spcAft>
              <a:buClr>
                <a:schemeClr val="dk1"/>
              </a:buClr>
              <a:buSzPts val="1200"/>
              <a:buNone/>
              <a:defRPr b="1" sz="1200"/>
            </a:lvl5pPr>
            <a:lvl6pPr algn="l" indent="-228600" lvl="5" marL="2743200">
              <a:lnSpc>
                <a:spcPct val="90000"/>
              </a:lnSpc>
              <a:spcBef>
                <a:spcPts val="400"/>
              </a:spcBef>
              <a:spcAft>
                <a:spcPts val="0"/>
              </a:spcAft>
              <a:buClr>
                <a:schemeClr val="dk1"/>
              </a:buClr>
              <a:buSzPts val="1200"/>
              <a:buNone/>
              <a:defRPr b="1" sz="1200"/>
            </a:lvl6pPr>
            <a:lvl7pPr algn="l" indent="-228600" lvl="6" marL="3200400">
              <a:lnSpc>
                <a:spcPct val="90000"/>
              </a:lnSpc>
              <a:spcBef>
                <a:spcPts val="400"/>
              </a:spcBef>
              <a:spcAft>
                <a:spcPts val="0"/>
              </a:spcAft>
              <a:buClr>
                <a:schemeClr val="dk1"/>
              </a:buClr>
              <a:buSzPts val="1200"/>
              <a:buNone/>
              <a:defRPr b="1" sz="1200"/>
            </a:lvl7pPr>
            <a:lvl8pPr algn="l" indent="-228600" lvl="7" marL="3657600">
              <a:lnSpc>
                <a:spcPct val="90000"/>
              </a:lnSpc>
              <a:spcBef>
                <a:spcPts val="400"/>
              </a:spcBef>
              <a:spcAft>
                <a:spcPts val="0"/>
              </a:spcAft>
              <a:buClr>
                <a:schemeClr val="dk1"/>
              </a:buClr>
              <a:buSzPts val="1200"/>
              <a:buNone/>
              <a:defRPr b="1" sz="1200"/>
            </a:lvl8pPr>
            <a:lvl9pPr algn="l" indent="-228600" lvl="8" marL="4114800">
              <a:lnSpc>
                <a:spcPct val="90000"/>
              </a:lnSpc>
              <a:spcBef>
                <a:spcPts val="400"/>
              </a:spcBef>
              <a:spcAft>
                <a:spcPts val="0"/>
              </a:spcAft>
              <a:buClr>
                <a:schemeClr val="dk1"/>
              </a:buClr>
              <a:buSzPts val="1200"/>
              <a:buNone/>
              <a:defRPr b="1" sz="1200"/>
            </a:lvl9pPr>
          </a:lstStyle>
          <a:p/>
        </p:txBody>
      </p:sp>
      <p:sp>
        <p:nvSpPr>
          <p:cNvPr id="1048855" name="Shape 39"/>
          <p:cNvSpPr txBox="1"/>
          <p:nvPr>
            <p:ph type="body" idx="4"/>
          </p:nvPr>
        </p:nvSpPr>
        <p:spPr>
          <a:xfrm>
            <a:off x="4629150" y="1878806"/>
            <a:ext cx="3887391" cy="2763441"/>
          </a:xfrm>
          <a:prstGeom prst="rect"/>
          <a:noFill/>
          <a:ln>
            <a:noFill/>
          </a:ln>
        </p:spPr>
        <p:txBody>
          <a:bodyPr anchor="t" anchorCtr="0" bIns="34275" lIns="68575" rIns="68575" spcFirstLastPara="1" tIns="34275" wrap="square">
            <a:normAutofit/>
          </a:bodyPr>
          <a:lstStyle>
            <a:lvl1pPr algn="l" indent="-317500" lvl="0" marL="457200">
              <a:lnSpc>
                <a:spcPct val="90000"/>
              </a:lnSpc>
              <a:spcBef>
                <a:spcPts val="800"/>
              </a:spcBef>
              <a:spcAft>
                <a:spcPts val="0"/>
              </a:spcAft>
              <a:buClr>
                <a:schemeClr val="dk1"/>
              </a:buClr>
              <a:buSzPts val="1400"/>
              <a:buChar char="•"/>
            </a:lvl1pPr>
            <a:lvl2pPr algn="l" indent="-317500" lvl="1" marL="914400">
              <a:lnSpc>
                <a:spcPct val="90000"/>
              </a:lnSpc>
              <a:spcBef>
                <a:spcPts val="400"/>
              </a:spcBef>
              <a:spcAft>
                <a:spcPts val="0"/>
              </a:spcAft>
              <a:buClr>
                <a:schemeClr val="dk1"/>
              </a:buClr>
              <a:buSzPts val="1400"/>
              <a:buChar char="•"/>
            </a:lvl2pPr>
            <a:lvl3pPr algn="l" indent="-317500" lvl="2" marL="1371600">
              <a:lnSpc>
                <a:spcPct val="90000"/>
              </a:lnSpc>
              <a:spcBef>
                <a:spcPts val="400"/>
              </a:spcBef>
              <a:spcAft>
                <a:spcPts val="0"/>
              </a:spcAft>
              <a:buClr>
                <a:schemeClr val="dk1"/>
              </a:buClr>
              <a:buSzPts val="1400"/>
              <a:buChar char="•"/>
            </a:lvl3pPr>
            <a:lvl4pPr algn="l" indent="-317500" lvl="3" marL="1828800">
              <a:lnSpc>
                <a:spcPct val="90000"/>
              </a:lnSpc>
              <a:spcBef>
                <a:spcPts val="400"/>
              </a:spcBef>
              <a:spcAft>
                <a:spcPts val="0"/>
              </a:spcAft>
              <a:buClr>
                <a:schemeClr val="dk1"/>
              </a:buClr>
              <a:buSzPts val="1400"/>
              <a:buChar char="•"/>
            </a:lvl4pPr>
            <a:lvl5pPr algn="l" indent="-317500" lvl="4" marL="2286000">
              <a:lnSpc>
                <a:spcPct val="90000"/>
              </a:lnSpc>
              <a:spcBef>
                <a:spcPts val="400"/>
              </a:spcBef>
              <a:spcAft>
                <a:spcPts val="0"/>
              </a:spcAft>
              <a:buClr>
                <a:schemeClr val="dk1"/>
              </a:buClr>
              <a:buSzPts val="1400"/>
              <a:buChar char="•"/>
            </a:lvl5pPr>
            <a:lvl6pPr algn="l" indent="-317500" lvl="5" marL="2743200">
              <a:lnSpc>
                <a:spcPct val="90000"/>
              </a:lnSpc>
              <a:spcBef>
                <a:spcPts val="400"/>
              </a:spcBef>
              <a:spcAft>
                <a:spcPts val="0"/>
              </a:spcAft>
              <a:buClr>
                <a:schemeClr val="dk1"/>
              </a:buClr>
              <a:buSzPts val="1400"/>
              <a:buChar char="•"/>
            </a:lvl6pPr>
            <a:lvl7pPr algn="l" indent="-317500" lvl="6" marL="3200400">
              <a:lnSpc>
                <a:spcPct val="90000"/>
              </a:lnSpc>
              <a:spcBef>
                <a:spcPts val="400"/>
              </a:spcBef>
              <a:spcAft>
                <a:spcPts val="0"/>
              </a:spcAft>
              <a:buClr>
                <a:schemeClr val="dk1"/>
              </a:buClr>
              <a:buSzPts val="1400"/>
              <a:buChar char="•"/>
            </a:lvl7pPr>
            <a:lvl8pPr algn="l" indent="-317500" lvl="7" marL="3657600">
              <a:lnSpc>
                <a:spcPct val="90000"/>
              </a:lnSpc>
              <a:spcBef>
                <a:spcPts val="400"/>
              </a:spcBef>
              <a:spcAft>
                <a:spcPts val="0"/>
              </a:spcAft>
              <a:buClr>
                <a:schemeClr val="dk1"/>
              </a:buClr>
              <a:buSzPts val="1400"/>
              <a:buChar char="•"/>
            </a:lvl8pPr>
            <a:lvl9pPr algn="l" indent="-317500" lvl="8" marL="4114800">
              <a:lnSpc>
                <a:spcPct val="90000"/>
              </a:lnSpc>
              <a:spcBef>
                <a:spcPts val="400"/>
              </a:spcBef>
              <a:spcAft>
                <a:spcPts val="0"/>
              </a:spcAft>
              <a:buClr>
                <a:schemeClr val="dk1"/>
              </a:buClr>
              <a:buSzPts val="1400"/>
              <a:buChar char="•"/>
            </a:lvl9pPr>
          </a:lstStyle>
          <a:p/>
        </p:txBody>
      </p:sp>
      <p:sp>
        <p:nvSpPr>
          <p:cNvPr id="1048856" name="Shape 40"/>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57" name="Shape 41"/>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58" name="Shape 42"/>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55" name="Shape 45"/>
        <p:cNvGrpSpPr/>
        <p:nvPr/>
      </p:nvGrpSpPr>
      <p:grpSpPr>
        <a:xfrm>
          <a:off x="0" y="0"/>
          <a:ext cx="0" cy="0"/>
          <a:chOff x="0" y="0"/>
          <a:chExt cx="0" cy="0"/>
        </a:xfrm>
      </p:grpSpPr>
      <p:sp>
        <p:nvSpPr>
          <p:cNvPr id="1048815" name="Shape 20"/>
          <p:cNvSpPr txBox="1"/>
          <p:nvPr>
            <p:ph type="title"/>
          </p:nvPr>
        </p:nvSpPr>
        <p:spPr>
          <a:xfrm>
            <a:off x="628650" y="273844"/>
            <a:ext cx="7886700" cy="994172"/>
          </a:xfrm>
          <a:prstGeom prst="rect"/>
          <a:noFill/>
          <a:ln>
            <a:noFill/>
          </a:ln>
        </p:spPr>
        <p:txBody>
          <a:bodyPr anchor="ctr" anchorCtr="0" bIns="34275" lIns="68575" rIns="68575" spcFirstLastPara="1" tIns="34275" wrap="square">
            <a:normAutofit/>
          </a:bodyPr>
          <a:lstStyle>
            <a:lvl1pPr algn="l" lvl="0">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16" name="Shape 21"/>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17" name="Shape 22"/>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18" name="Shape 23"/>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63" name="Shape 50"/>
        <p:cNvGrpSpPr/>
        <p:nvPr/>
      </p:nvGrpSpPr>
      <p:grpSpPr>
        <a:xfrm>
          <a:off x="0" y="0"/>
          <a:ext cx="0" cy="0"/>
          <a:chOff x="0" y="0"/>
          <a:chExt cx="0" cy="0"/>
        </a:xfrm>
      </p:grpSpPr>
      <p:sp>
        <p:nvSpPr>
          <p:cNvPr id="1048859" name="Shape 6"/>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60" name="Shape 7"/>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61" name="Shape 8"/>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64" name="Shape 54"/>
        <p:cNvGrpSpPr/>
        <p:nvPr/>
      </p:nvGrpSpPr>
      <p:grpSpPr>
        <a:xfrm>
          <a:off x="0" y="0"/>
          <a:ext cx="0" cy="0"/>
          <a:chOff x="0" y="0"/>
          <a:chExt cx="0" cy="0"/>
        </a:xfrm>
      </p:grpSpPr>
      <p:sp>
        <p:nvSpPr>
          <p:cNvPr id="1048862" name="Shape 43"/>
          <p:cNvSpPr txBox="1"/>
          <p:nvPr>
            <p:ph type="title"/>
          </p:nvPr>
        </p:nvSpPr>
        <p:spPr>
          <a:xfrm>
            <a:off x="629841" y="342900"/>
            <a:ext cx="2949178" cy="1200150"/>
          </a:xfrm>
          <a:prstGeom prst="rect"/>
          <a:noFill/>
          <a:ln>
            <a:noFill/>
          </a:ln>
        </p:spPr>
        <p:txBody>
          <a:bodyPr anchor="b" anchorCtr="0" bIns="34275" lIns="68575" rIns="68575" spcFirstLastPara="1" tIns="34275" wrap="square">
            <a:normAutofit/>
          </a:bodyPr>
          <a:lstStyle>
            <a:lvl1pPr algn="l" lvl="0">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63" name="Shape 44"/>
          <p:cNvSpPr txBox="1"/>
          <p:nvPr>
            <p:ph type="body" idx="1"/>
          </p:nvPr>
        </p:nvSpPr>
        <p:spPr>
          <a:xfrm>
            <a:off x="3887391" y="740569"/>
            <a:ext cx="4629150" cy="3655219"/>
          </a:xfrm>
          <a:prstGeom prst="rect"/>
          <a:noFill/>
          <a:ln>
            <a:noFill/>
          </a:ln>
        </p:spPr>
        <p:txBody>
          <a:bodyPr anchor="t" anchorCtr="0" bIns="34275" lIns="68575" rIns="68575" spcFirstLastPara="1" tIns="34275" wrap="square">
            <a:normAutofit/>
          </a:bodyPr>
          <a:lstStyle>
            <a:lvl1pPr algn="l" indent="-381000" lvl="0" marL="457200">
              <a:lnSpc>
                <a:spcPct val="90000"/>
              </a:lnSpc>
              <a:spcBef>
                <a:spcPts val="800"/>
              </a:spcBef>
              <a:spcAft>
                <a:spcPts val="0"/>
              </a:spcAft>
              <a:buClr>
                <a:schemeClr val="dk1"/>
              </a:buClr>
              <a:buSzPts val="2400"/>
              <a:buChar char="•"/>
              <a:defRPr sz="2400"/>
            </a:lvl1pPr>
            <a:lvl2pPr algn="l" indent="-361950" lvl="1" marL="914400">
              <a:lnSpc>
                <a:spcPct val="90000"/>
              </a:lnSpc>
              <a:spcBef>
                <a:spcPts val="400"/>
              </a:spcBef>
              <a:spcAft>
                <a:spcPts val="0"/>
              </a:spcAft>
              <a:buClr>
                <a:schemeClr val="dk1"/>
              </a:buClr>
              <a:buSzPts val="2100"/>
              <a:buChar char="•"/>
              <a:defRPr sz="2100"/>
            </a:lvl2pPr>
            <a:lvl3pPr algn="l" indent="-342900" lvl="2" marL="1371600">
              <a:lnSpc>
                <a:spcPct val="90000"/>
              </a:lnSpc>
              <a:spcBef>
                <a:spcPts val="400"/>
              </a:spcBef>
              <a:spcAft>
                <a:spcPts val="0"/>
              </a:spcAft>
              <a:buClr>
                <a:schemeClr val="dk1"/>
              </a:buClr>
              <a:buSzPts val="1800"/>
              <a:buChar char="•"/>
              <a:defRPr sz="1800"/>
            </a:lvl3pPr>
            <a:lvl4pPr algn="l" indent="-323850" lvl="3" marL="1828800">
              <a:lnSpc>
                <a:spcPct val="90000"/>
              </a:lnSpc>
              <a:spcBef>
                <a:spcPts val="400"/>
              </a:spcBef>
              <a:spcAft>
                <a:spcPts val="0"/>
              </a:spcAft>
              <a:buClr>
                <a:schemeClr val="dk1"/>
              </a:buClr>
              <a:buSzPts val="1500"/>
              <a:buChar char="•"/>
              <a:defRPr sz="1500"/>
            </a:lvl4pPr>
            <a:lvl5pPr algn="l" indent="-323850" lvl="4" marL="2286000">
              <a:lnSpc>
                <a:spcPct val="90000"/>
              </a:lnSpc>
              <a:spcBef>
                <a:spcPts val="400"/>
              </a:spcBef>
              <a:spcAft>
                <a:spcPts val="0"/>
              </a:spcAft>
              <a:buClr>
                <a:schemeClr val="dk1"/>
              </a:buClr>
              <a:buSzPts val="1500"/>
              <a:buChar char="•"/>
              <a:defRPr sz="1500"/>
            </a:lvl5pPr>
            <a:lvl6pPr algn="l" indent="-323850" lvl="5" marL="2743200">
              <a:lnSpc>
                <a:spcPct val="90000"/>
              </a:lnSpc>
              <a:spcBef>
                <a:spcPts val="400"/>
              </a:spcBef>
              <a:spcAft>
                <a:spcPts val="0"/>
              </a:spcAft>
              <a:buClr>
                <a:schemeClr val="dk1"/>
              </a:buClr>
              <a:buSzPts val="1500"/>
              <a:buChar char="•"/>
              <a:defRPr sz="1500"/>
            </a:lvl6pPr>
            <a:lvl7pPr algn="l" indent="-323850" lvl="6" marL="3200400">
              <a:lnSpc>
                <a:spcPct val="90000"/>
              </a:lnSpc>
              <a:spcBef>
                <a:spcPts val="400"/>
              </a:spcBef>
              <a:spcAft>
                <a:spcPts val="0"/>
              </a:spcAft>
              <a:buClr>
                <a:schemeClr val="dk1"/>
              </a:buClr>
              <a:buSzPts val="1500"/>
              <a:buChar char="•"/>
              <a:defRPr sz="1500"/>
            </a:lvl7pPr>
            <a:lvl8pPr algn="l" indent="-323850" lvl="7" marL="3657600">
              <a:lnSpc>
                <a:spcPct val="90000"/>
              </a:lnSpc>
              <a:spcBef>
                <a:spcPts val="400"/>
              </a:spcBef>
              <a:spcAft>
                <a:spcPts val="0"/>
              </a:spcAft>
              <a:buClr>
                <a:schemeClr val="dk1"/>
              </a:buClr>
              <a:buSzPts val="1500"/>
              <a:buChar char="•"/>
              <a:defRPr sz="1500"/>
            </a:lvl8pPr>
            <a:lvl9pPr algn="l" indent="-323850" lvl="8" marL="4114800">
              <a:lnSpc>
                <a:spcPct val="90000"/>
              </a:lnSpc>
              <a:spcBef>
                <a:spcPts val="400"/>
              </a:spcBef>
              <a:spcAft>
                <a:spcPts val="0"/>
              </a:spcAft>
              <a:buClr>
                <a:schemeClr val="dk1"/>
              </a:buClr>
              <a:buSzPts val="1500"/>
              <a:buChar char="•"/>
              <a:defRPr sz="1500"/>
            </a:lvl9pPr>
          </a:lstStyle>
          <a:p/>
        </p:txBody>
      </p:sp>
      <p:sp>
        <p:nvSpPr>
          <p:cNvPr id="1048864" name="Shape 45"/>
          <p:cNvSpPr txBox="1"/>
          <p:nvPr>
            <p:ph type="body" idx="2"/>
          </p:nvPr>
        </p:nvSpPr>
        <p:spPr>
          <a:xfrm>
            <a:off x="629841" y="1543050"/>
            <a:ext cx="2949178" cy="2858691"/>
          </a:xfrm>
          <a:prstGeom prst="rect"/>
          <a:noFill/>
          <a:ln>
            <a:noFill/>
          </a:ln>
        </p:spPr>
        <p:txBody>
          <a:bodyPr anchor="t" anchorCtr="0" bIns="34275" lIns="68575" rIns="68575" spcFirstLastPara="1" tIns="34275" wrap="square">
            <a:normAutofit/>
          </a:bodyPr>
          <a:lstStyle>
            <a:lvl1pPr algn="l" indent="-228600" lvl="0" marL="457200">
              <a:lnSpc>
                <a:spcPct val="90000"/>
              </a:lnSpc>
              <a:spcBef>
                <a:spcPts val="800"/>
              </a:spcBef>
              <a:spcAft>
                <a:spcPts val="0"/>
              </a:spcAft>
              <a:buClr>
                <a:schemeClr val="dk1"/>
              </a:buClr>
              <a:buSzPts val="1200"/>
              <a:buNone/>
              <a:defRPr sz="1200"/>
            </a:lvl1pPr>
            <a:lvl2pPr algn="l" indent="-228600" lvl="1" marL="914400">
              <a:lnSpc>
                <a:spcPct val="90000"/>
              </a:lnSpc>
              <a:spcBef>
                <a:spcPts val="400"/>
              </a:spcBef>
              <a:spcAft>
                <a:spcPts val="0"/>
              </a:spcAft>
              <a:buClr>
                <a:schemeClr val="dk1"/>
              </a:buClr>
              <a:buSzPts val="1100"/>
              <a:buNone/>
              <a:defRPr sz="1100"/>
            </a:lvl2pPr>
            <a:lvl3pPr algn="l" indent="-228600" lvl="2" marL="1371600">
              <a:lnSpc>
                <a:spcPct val="90000"/>
              </a:lnSpc>
              <a:spcBef>
                <a:spcPts val="400"/>
              </a:spcBef>
              <a:spcAft>
                <a:spcPts val="0"/>
              </a:spcAft>
              <a:buClr>
                <a:schemeClr val="dk1"/>
              </a:buClr>
              <a:buSzPts val="900"/>
              <a:buNone/>
              <a:defRPr sz="900"/>
            </a:lvl3pPr>
            <a:lvl4pPr algn="l" indent="-228600" lvl="3" marL="1828800">
              <a:lnSpc>
                <a:spcPct val="90000"/>
              </a:lnSpc>
              <a:spcBef>
                <a:spcPts val="400"/>
              </a:spcBef>
              <a:spcAft>
                <a:spcPts val="0"/>
              </a:spcAft>
              <a:buClr>
                <a:schemeClr val="dk1"/>
              </a:buClr>
              <a:buSzPts val="800"/>
              <a:buNone/>
              <a:defRPr sz="800"/>
            </a:lvl4pPr>
            <a:lvl5pPr algn="l" indent="-228600" lvl="4" marL="2286000">
              <a:lnSpc>
                <a:spcPct val="90000"/>
              </a:lnSpc>
              <a:spcBef>
                <a:spcPts val="400"/>
              </a:spcBef>
              <a:spcAft>
                <a:spcPts val="0"/>
              </a:spcAft>
              <a:buClr>
                <a:schemeClr val="dk1"/>
              </a:buClr>
              <a:buSzPts val="800"/>
              <a:buNone/>
              <a:defRPr sz="800"/>
            </a:lvl5pPr>
            <a:lvl6pPr algn="l" indent="-228600" lvl="5" marL="2743200">
              <a:lnSpc>
                <a:spcPct val="90000"/>
              </a:lnSpc>
              <a:spcBef>
                <a:spcPts val="400"/>
              </a:spcBef>
              <a:spcAft>
                <a:spcPts val="0"/>
              </a:spcAft>
              <a:buClr>
                <a:schemeClr val="dk1"/>
              </a:buClr>
              <a:buSzPts val="800"/>
              <a:buNone/>
              <a:defRPr sz="800"/>
            </a:lvl6pPr>
            <a:lvl7pPr algn="l" indent="-228600" lvl="6" marL="3200400">
              <a:lnSpc>
                <a:spcPct val="90000"/>
              </a:lnSpc>
              <a:spcBef>
                <a:spcPts val="400"/>
              </a:spcBef>
              <a:spcAft>
                <a:spcPts val="0"/>
              </a:spcAft>
              <a:buClr>
                <a:schemeClr val="dk1"/>
              </a:buClr>
              <a:buSzPts val="800"/>
              <a:buNone/>
              <a:defRPr sz="800"/>
            </a:lvl7pPr>
            <a:lvl8pPr algn="l" indent="-228600" lvl="7" marL="3657600">
              <a:lnSpc>
                <a:spcPct val="90000"/>
              </a:lnSpc>
              <a:spcBef>
                <a:spcPts val="400"/>
              </a:spcBef>
              <a:spcAft>
                <a:spcPts val="0"/>
              </a:spcAft>
              <a:buClr>
                <a:schemeClr val="dk1"/>
              </a:buClr>
              <a:buSzPts val="800"/>
              <a:buNone/>
              <a:defRPr sz="800"/>
            </a:lvl8pPr>
            <a:lvl9pPr algn="l" indent="-228600" lvl="8" marL="4114800">
              <a:lnSpc>
                <a:spcPct val="90000"/>
              </a:lnSpc>
              <a:spcBef>
                <a:spcPts val="400"/>
              </a:spcBef>
              <a:spcAft>
                <a:spcPts val="0"/>
              </a:spcAft>
              <a:buClr>
                <a:schemeClr val="dk1"/>
              </a:buClr>
              <a:buSzPts val="800"/>
              <a:buNone/>
              <a:defRPr sz="800"/>
            </a:lvl9pPr>
          </a:lstStyle>
          <a:p/>
        </p:txBody>
      </p:sp>
      <p:sp>
        <p:nvSpPr>
          <p:cNvPr id="1048865" name="Shape 46"/>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66" name="Shape 47"/>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67" name="Shape 48"/>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58" name="Shape 61"/>
        <p:cNvGrpSpPr/>
        <p:nvPr/>
      </p:nvGrpSpPr>
      <p:grpSpPr>
        <a:xfrm>
          <a:off x="0" y="0"/>
          <a:ext cx="0" cy="0"/>
          <a:chOff x="0" y="0"/>
          <a:chExt cx="0" cy="0"/>
        </a:xfrm>
      </p:grpSpPr>
      <p:sp>
        <p:nvSpPr>
          <p:cNvPr id="1048829" name="Shape 24"/>
          <p:cNvSpPr txBox="1"/>
          <p:nvPr>
            <p:ph type="title"/>
          </p:nvPr>
        </p:nvSpPr>
        <p:spPr>
          <a:xfrm>
            <a:off x="629841" y="342900"/>
            <a:ext cx="2949178" cy="1200150"/>
          </a:xfrm>
          <a:prstGeom prst="rect"/>
          <a:noFill/>
          <a:ln>
            <a:noFill/>
          </a:ln>
        </p:spPr>
        <p:txBody>
          <a:bodyPr anchor="b" anchorCtr="0" bIns="34275" lIns="68575" rIns="68575" spcFirstLastPara="1" tIns="34275" wrap="square">
            <a:normAutofit/>
          </a:bodyPr>
          <a:lstStyle>
            <a:lvl1pPr algn="l" lvl="0">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30" name="Shape 25"/>
          <p:cNvSpPr/>
          <p:nvPr>
            <p:ph type="pic" idx="2"/>
          </p:nvPr>
        </p:nvSpPr>
        <p:spPr>
          <a:xfrm>
            <a:off x="3887391" y="740569"/>
            <a:ext cx="4629150" cy="3655219"/>
          </a:xfrm>
          <a:prstGeom prst="rect"/>
          <a:noFill/>
          <a:ln>
            <a:noFill/>
          </a:ln>
        </p:spPr>
      </p:sp>
      <p:sp>
        <p:nvSpPr>
          <p:cNvPr id="1048831" name="Shape 26"/>
          <p:cNvSpPr txBox="1"/>
          <p:nvPr>
            <p:ph type="body" idx="1"/>
          </p:nvPr>
        </p:nvSpPr>
        <p:spPr>
          <a:xfrm>
            <a:off x="629841" y="1543050"/>
            <a:ext cx="2949178" cy="2858691"/>
          </a:xfrm>
          <a:prstGeom prst="rect"/>
          <a:noFill/>
          <a:ln>
            <a:noFill/>
          </a:ln>
        </p:spPr>
        <p:txBody>
          <a:bodyPr anchor="t" anchorCtr="0" bIns="34275" lIns="68575" rIns="68575" spcFirstLastPara="1" tIns="34275" wrap="square">
            <a:normAutofit/>
          </a:bodyPr>
          <a:lstStyle>
            <a:lvl1pPr algn="l" indent="-228600" lvl="0" marL="457200">
              <a:lnSpc>
                <a:spcPct val="90000"/>
              </a:lnSpc>
              <a:spcBef>
                <a:spcPts val="800"/>
              </a:spcBef>
              <a:spcAft>
                <a:spcPts val="0"/>
              </a:spcAft>
              <a:buClr>
                <a:schemeClr val="dk1"/>
              </a:buClr>
              <a:buSzPts val="1200"/>
              <a:buNone/>
              <a:defRPr sz="1200"/>
            </a:lvl1pPr>
            <a:lvl2pPr algn="l" indent="-228600" lvl="1" marL="914400">
              <a:lnSpc>
                <a:spcPct val="90000"/>
              </a:lnSpc>
              <a:spcBef>
                <a:spcPts val="400"/>
              </a:spcBef>
              <a:spcAft>
                <a:spcPts val="0"/>
              </a:spcAft>
              <a:buClr>
                <a:schemeClr val="dk1"/>
              </a:buClr>
              <a:buSzPts val="1100"/>
              <a:buNone/>
              <a:defRPr sz="1100"/>
            </a:lvl2pPr>
            <a:lvl3pPr algn="l" indent="-228600" lvl="2" marL="1371600">
              <a:lnSpc>
                <a:spcPct val="90000"/>
              </a:lnSpc>
              <a:spcBef>
                <a:spcPts val="400"/>
              </a:spcBef>
              <a:spcAft>
                <a:spcPts val="0"/>
              </a:spcAft>
              <a:buClr>
                <a:schemeClr val="dk1"/>
              </a:buClr>
              <a:buSzPts val="900"/>
              <a:buNone/>
              <a:defRPr sz="900"/>
            </a:lvl3pPr>
            <a:lvl4pPr algn="l" indent="-228600" lvl="3" marL="1828800">
              <a:lnSpc>
                <a:spcPct val="90000"/>
              </a:lnSpc>
              <a:spcBef>
                <a:spcPts val="400"/>
              </a:spcBef>
              <a:spcAft>
                <a:spcPts val="0"/>
              </a:spcAft>
              <a:buClr>
                <a:schemeClr val="dk1"/>
              </a:buClr>
              <a:buSzPts val="800"/>
              <a:buNone/>
              <a:defRPr sz="800"/>
            </a:lvl4pPr>
            <a:lvl5pPr algn="l" indent="-228600" lvl="4" marL="2286000">
              <a:lnSpc>
                <a:spcPct val="90000"/>
              </a:lnSpc>
              <a:spcBef>
                <a:spcPts val="400"/>
              </a:spcBef>
              <a:spcAft>
                <a:spcPts val="0"/>
              </a:spcAft>
              <a:buClr>
                <a:schemeClr val="dk1"/>
              </a:buClr>
              <a:buSzPts val="800"/>
              <a:buNone/>
              <a:defRPr sz="800"/>
            </a:lvl5pPr>
            <a:lvl6pPr algn="l" indent="-228600" lvl="5" marL="2743200">
              <a:lnSpc>
                <a:spcPct val="90000"/>
              </a:lnSpc>
              <a:spcBef>
                <a:spcPts val="400"/>
              </a:spcBef>
              <a:spcAft>
                <a:spcPts val="0"/>
              </a:spcAft>
              <a:buClr>
                <a:schemeClr val="dk1"/>
              </a:buClr>
              <a:buSzPts val="800"/>
              <a:buNone/>
              <a:defRPr sz="800"/>
            </a:lvl6pPr>
            <a:lvl7pPr algn="l" indent="-228600" lvl="6" marL="3200400">
              <a:lnSpc>
                <a:spcPct val="90000"/>
              </a:lnSpc>
              <a:spcBef>
                <a:spcPts val="400"/>
              </a:spcBef>
              <a:spcAft>
                <a:spcPts val="0"/>
              </a:spcAft>
              <a:buClr>
                <a:schemeClr val="dk1"/>
              </a:buClr>
              <a:buSzPts val="800"/>
              <a:buNone/>
              <a:defRPr sz="800"/>
            </a:lvl7pPr>
            <a:lvl8pPr algn="l" indent="-228600" lvl="7" marL="3657600">
              <a:lnSpc>
                <a:spcPct val="90000"/>
              </a:lnSpc>
              <a:spcBef>
                <a:spcPts val="400"/>
              </a:spcBef>
              <a:spcAft>
                <a:spcPts val="0"/>
              </a:spcAft>
              <a:buClr>
                <a:schemeClr val="dk1"/>
              </a:buClr>
              <a:buSzPts val="800"/>
              <a:buNone/>
              <a:defRPr sz="800"/>
            </a:lvl8pPr>
            <a:lvl9pPr algn="l" indent="-228600" lvl="8" marL="4114800">
              <a:lnSpc>
                <a:spcPct val="90000"/>
              </a:lnSpc>
              <a:spcBef>
                <a:spcPts val="400"/>
              </a:spcBef>
              <a:spcAft>
                <a:spcPts val="0"/>
              </a:spcAft>
              <a:buClr>
                <a:schemeClr val="dk1"/>
              </a:buClr>
              <a:buSzPts val="800"/>
              <a:buNone/>
              <a:defRPr sz="800"/>
            </a:lvl9pPr>
          </a:lstStyle>
          <a:p/>
        </p:txBody>
      </p:sp>
      <p:sp>
        <p:nvSpPr>
          <p:cNvPr id="1048832" name="Shape 27"/>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33" name="Shape 28"/>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34" name="Shape 29"/>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59" name="Shape 68"/>
        <p:cNvGrpSpPr/>
        <p:nvPr/>
      </p:nvGrpSpPr>
      <p:grpSpPr>
        <a:xfrm>
          <a:off x="0" y="0"/>
          <a:ext cx="0" cy="0"/>
          <a:chOff x="0" y="0"/>
          <a:chExt cx="0" cy="0"/>
        </a:xfrm>
      </p:grpSpPr>
      <p:sp>
        <p:nvSpPr>
          <p:cNvPr id="1048835" name="Shape 49"/>
          <p:cNvSpPr txBox="1"/>
          <p:nvPr>
            <p:ph type="title"/>
          </p:nvPr>
        </p:nvSpPr>
        <p:spPr>
          <a:xfrm>
            <a:off x="628650" y="273844"/>
            <a:ext cx="7886700" cy="994172"/>
          </a:xfrm>
          <a:prstGeom prst="rect"/>
          <a:noFill/>
          <a:ln>
            <a:noFill/>
          </a:ln>
        </p:spPr>
        <p:txBody>
          <a:bodyPr anchor="ctr" anchorCtr="0" bIns="34275" lIns="68575" rIns="68575" spcFirstLastPara="1" tIns="34275" wrap="square">
            <a:normAutofit/>
          </a:bodyPr>
          <a:lstStyle>
            <a:lvl1pPr algn="l" lvl="0">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36" name="Shape 50"/>
          <p:cNvSpPr txBox="1"/>
          <p:nvPr>
            <p:ph type="body" idx="1"/>
          </p:nvPr>
        </p:nvSpPr>
        <p:spPr>
          <a:xfrm rot="5400000">
            <a:off x="2940248" y="-942379"/>
            <a:ext cx="3263504" cy="7886700"/>
          </a:xfrm>
          <a:prstGeom prst="rect"/>
          <a:noFill/>
          <a:ln>
            <a:noFill/>
          </a:ln>
        </p:spPr>
        <p:txBody>
          <a:bodyPr anchor="t" anchorCtr="0" bIns="34275" lIns="68575" rIns="68575" spcFirstLastPara="1" tIns="34275" wrap="square">
            <a:normAutofit/>
          </a:bodyPr>
          <a:lstStyle>
            <a:lvl1pPr algn="l" indent="-317500" lvl="0" marL="457200">
              <a:lnSpc>
                <a:spcPct val="90000"/>
              </a:lnSpc>
              <a:spcBef>
                <a:spcPts val="800"/>
              </a:spcBef>
              <a:spcAft>
                <a:spcPts val="0"/>
              </a:spcAft>
              <a:buClr>
                <a:schemeClr val="dk1"/>
              </a:buClr>
              <a:buSzPts val="1400"/>
              <a:buChar char="•"/>
            </a:lvl1pPr>
            <a:lvl2pPr algn="l" indent="-317500" lvl="1" marL="914400">
              <a:lnSpc>
                <a:spcPct val="90000"/>
              </a:lnSpc>
              <a:spcBef>
                <a:spcPts val="400"/>
              </a:spcBef>
              <a:spcAft>
                <a:spcPts val="0"/>
              </a:spcAft>
              <a:buClr>
                <a:schemeClr val="dk1"/>
              </a:buClr>
              <a:buSzPts val="1400"/>
              <a:buChar char="•"/>
            </a:lvl2pPr>
            <a:lvl3pPr algn="l" indent="-317500" lvl="2" marL="1371600">
              <a:lnSpc>
                <a:spcPct val="90000"/>
              </a:lnSpc>
              <a:spcBef>
                <a:spcPts val="400"/>
              </a:spcBef>
              <a:spcAft>
                <a:spcPts val="0"/>
              </a:spcAft>
              <a:buClr>
                <a:schemeClr val="dk1"/>
              </a:buClr>
              <a:buSzPts val="1400"/>
              <a:buChar char="•"/>
            </a:lvl3pPr>
            <a:lvl4pPr algn="l" indent="-317500" lvl="3" marL="1828800">
              <a:lnSpc>
                <a:spcPct val="90000"/>
              </a:lnSpc>
              <a:spcBef>
                <a:spcPts val="400"/>
              </a:spcBef>
              <a:spcAft>
                <a:spcPts val="0"/>
              </a:spcAft>
              <a:buClr>
                <a:schemeClr val="dk1"/>
              </a:buClr>
              <a:buSzPts val="1400"/>
              <a:buChar char="•"/>
            </a:lvl4pPr>
            <a:lvl5pPr algn="l" indent="-317500" lvl="4" marL="2286000">
              <a:lnSpc>
                <a:spcPct val="90000"/>
              </a:lnSpc>
              <a:spcBef>
                <a:spcPts val="400"/>
              </a:spcBef>
              <a:spcAft>
                <a:spcPts val="0"/>
              </a:spcAft>
              <a:buClr>
                <a:schemeClr val="dk1"/>
              </a:buClr>
              <a:buSzPts val="1400"/>
              <a:buChar char="•"/>
            </a:lvl5pPr>
            <a:lvl6pPr algn="l" indent="-317500" lvl="5" marL="2743200">
              <a:lnSpc>
                <a:spcPct val="90000"/>
              </a:lnSpc>
              <a:spcBef>
                <a:spcPts val="400"/>
              </a:spcBef>
              <a:spcAft>
                <a:spcPts val="0"/>
              </a:spcAft>
              <a:buClr>
                <a:schemeClr val="dk1"/>
              </a:buClr>
              <a:buSzPts val="1400"/>
              <a:buChar char="•"/>
            </a:lvl6pPr>
            <a:lvl7pPr algn="l" indent="-317500" lvl="6" marL="3200400">
              <a:lnSpc>
                <a:spcPct val="90000"/>
              </a:lnSpc>
              <a:spcBef>
                <a:spcPts val="400"/>
              </a:spcBef>
              <a:spcAft>
                <a:spcPts val="0"/>
              </a:spcAft>
              <a:buClr>
                <a:schemeClr val="dk1"/>
              </a:buClr>
              <a:buSzPts val="1400"/>
              <a:buChar char="•"/>
            </a:lvl7pPr>
            <a:lvl8pPr algn="l" indent="-317500" lvl="7" marL="3657600">
              <a:lnSpc>
                <a:spcPct val="90000"/>
              </a:lnSpc>
              <a:spcBef>
                <a:spcPts val="400"/>
              </a:spcBef>
              <a:spcAft>
                <a:spcPts val="0"/>
              </a:spcAft>
              <a:buClr>
                <a:schemeClr val="dk1"/>
              </a:buClr>
              <a:buSzPts val="1400"/>
              <a:buChar char="•"/>
            </a:lvl8pPr>
            <a:lvl9pPr algn="l" indent="-317500" lvl="8" marL="4114800">
              <a:lnSpc>
                <a:spcPct val="90000"/>
              </a:lnSpc>
              <a:spcBef>
                <a:spcPts val="400"/>
              </a:spcBef>
              <a:spcAft>
                <a:spcPts val="0"/>
              </a:spcAft>
              <a:buClr>
                <a:schemeClr val="dk1"/>
              </a:buClr>
              <a:buSzPts val="1400"/>
              <a:buChar char="•"/>
            </a:lvl9pPr>
          </a:lstStyle>
          <a:p/>
        </p:txBody>
      </p:sp>
      <p:sp>
        <p:nvSpPr>
          <p:cNvPr id="1048837" name="Shape 51"/>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38" name="Shape 52"/>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39" name="Shape 53"/>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56" name="Shape 74"/>
        <p:cNvGrpSpPr/>
        <p:nvPr/>
      </p:nvGrpSpPr>
      <p:grpSpPr>
        <a:xfrm>
          <a:off x="0" y="0"/>
          <a:ext cx="0" cy="0"/>
          <a:chOff x="0" y="0"/>
          <a:chExt cx="0" cy="0"/>
        </a:xfrm>
      </p:grpSpPr>
      <p:sp>
        <p:nvSpPr>
          <p:cNvPr id="1048819" name="Shape 15"/>
          <p:cNvSpPr txBox="1"/>
          <p:nvPr>
            <p:ph type="title"/>
          </p:nvPr>
        </p:nvSpPr>
        <p:spPr>
          <a:xfrm rot="5400000">
            <a:off x="5350073" y="1467445"/>
            <a:ext cx="4358879" cy="1971675"/>
          </a:xfrm>
          <a:prstGeom prst="rect"/>
          <a:noFill/>
          <a:ln>
            <a:noFill/>
          </a:ln>
        </p:spPr>
        <p:txBody>
          <a:bodyPr anchor="ctr" anchorCtr="0" bIns="34275" lIns="68575" rIns="68575" spcFirstLastPara="1" tIns="34275" wrap="square">
            <a:normAutofit/>
          </a:bodyPr>
          <a:lstStyle>
            <a:lvl1pPr algn="l" lvl="0">
              <a:lnSpc>
                <a:spcPct val="90000"/>
              </a:lnSpc>
              <a:spcBef>
                <a:spcPts val="0"/>
              </a:spcBef>
              <a:spcAft>
                <a:spcPts val="0"/>
              </a:spcAft>
              <a:buClr>
                <a:schemeClr val="dk1"/>
              </a:buClr>
              <a:buSzPts val="1400"/>
              <a:buNone/>
            </a:lvl1pPr>
            <a:lvl2pPr lvl="1">
              <a:spcBef>
                <a:spcPts val="0"/>
              </a:spcBef>
              <a:spcAft>
                <a:spcPts val="0"/>
              </a:spcAft>
              <a:buSzPts val="1100"/>
              <a:buNone/>
            </a:lvl2pPr>
            <a:lvl3pPr lvl="2">
              <a:spcBef>
                <a:spcPts val="0"/>
              </a:spcBef>
              <a:spcAft>
                <a:spcPts val="0"/>
              </a:spcAft>
              <a:buSzPts val="1100"/>
              <a:buNone/>
            </a:lvl3pPr>
            <a:lvl4pPr lvl="3">
              <a:spcBef>
                <a:spcPts val="0"/>
              </a:spcBef>
              <a:spcAft>
                <a:spcPts val="0"/>
              </a:spcAft>
              <a:buSzPts val="1100"/>
              <a:buNone/>
            </a:lvl4pPr>
            <a:lvl5pPr lvl="4">
              <a:spcBef>
                <a:spcPts val="0"/>
              </a:spcBef>
              <a:spcAft>
                <a:spcPts val="0"/>
              </a:spcAft>
              <a:buSzPts val="1100"/>
              <a:buNone/>
            </a:lvl5pPr>
            <a:lvl6pPr lvl="5">
              <a:spcBef>
                <a:spcPts val="0"/>
              </a:spcBef>
              <a:spcAft>
                <a:spcPts val="0"/>
              </a:spcAft>
              <a:buSzPts val="1100"/>
              <a:buNone/>
            </a:lvl6pPr>
            <a:lvl7pPr lvl="6">
              <a:spcBef>
                <a:spcPts val="0"/>
              </a:spcBef>
              <a:spcAft>
                <a:spcPts val="0"/>
              </a:spcAft>
              <a:buSzPts val="1100"/>
              <a:buNone/>
            </a:lvl7pPr>
            <a:lvl8pPr lvl="7">
              <a:spcBef>
                <a:spcPts val="0"/>
              </a:spcBef>
              <a:spcAft>
                <a:spcPts val="0"/>
              </a:spcAft>
              <a:buSzPts val="1100"/>
              <a:buNone/>
            </a:lvl8pPr>
            <a:lvl9pPr lvl="8">
              <a:spcBef>
                <a:spcPts val="0"/>
              </a:spcBef>
              <a:spcAft>
                <a:spcPts val="0"/>
              </a:spcAft>
              <a:buSzPts val="1100"/>
              <a:buNone/>
            </a:lvl9pPr>
          </a:lstStyle>
          <a:p/>
        </p:txBody>
      </p:sp>
      <p:sp>
        <p:nvSpPr>
          <p:cNvPr id="1048820" name="Shape 16"/>
          <p:cNvSpPr txBox="1"/>
          <p:nvPr>
            <p:ph type="body" idx="1"/>
          </p:nvPr>
        </p:nvSpPr>
        <p:spPr>
          <a:xfrm rot="5400000">
            <a:off x="1349573" y="-447080"/>
            <a:ext cx="4358879" cy="5800725"/>
          </a:xfrm>
          <a:prstGeom prst="rect"/>
          <a:noFill/>
          <a:ln>
            <a:noFill/>
          </a:ln>
        </p:spPr>
        <p:txBody>
          <a:bodyPr anchor="t" anchorCtr="0" bIns="34275" lIns="68575" rIns="68575" spcFirstLastPara="1" tIns="34275" wrap="square">
            <a:normAutofit/>
          </a:bodyPr>
          <a:lstStyle>
            <a:lvl1pPr algn="l" indent="-317500" lvl="0" marL="457200">
              <a:lnSpc>
                <a:spcPct val="90000"/>
              </a:lnSpc>
              <a:spcBef>
                <a:spcPts val="800"/>
              </a:spcBef>
              <a:spcAft>
                <a:spcPts val="0"/>
              </a:spcAft>
              <a:buClr>
                <a:schemeClr val="dk1"/>
              </a:buClr>
              <a:buSzPts val="1400"/>
              <a:buChar char="•"/>
            </a:lvl1pPr>
            <a:lvl2pPr algn="l" indent="-317500" lvl="1" marL="914400">
              <a:lnSpc>
                <a:spcPct val="90000"/>
              </a:lnSpc>
              <a:spcBef>
                <a:spcPts val="400"/>
              </a:spcBef>
              <a:spcAft>
                <a:spcPts val="0"/>
              </a:spcAft>
              <a:buClr>
                <a:schemeClr val="dk1"/>
              </a:buClr>
              <a:buSzPts val="1400"/>
              <a:buChar char="•"/>
            </a:lvl2pPr>
            <a:lvl3pPr algn="l" indent="-317500" lvl="2" marL="1371600">
              <a:lnSpc>
                <a:spcPct val="90000"/>
              </a:lnSpc>
              <a:spcBef>
                <a:spcPts val="400"/>
              </a:spcBef>
              <a:spcAft>
                <a:spcPts val="0"/>
              </a:spcAft>
              <a:buClr>
                <a:schemeClr val="dk1"/>
              </a:buClr>
              <a:buSzPts val="1400"/>
              <a:buChar char="•"/>
            </a:lvl3pPr>
            <a:lvl4pPr algn="l" indent="-317500" lvl="3" marL="1828800">
              <a:lnSpc>
                <a:spcPct val="90000"/>
              </a:lnSpc>
              <a:spcBef>
                <a:spcPts val="400"/>
              </a:spcBef>
              <a:spcAft>
                <a:spcPts val="0"/>
              </a:spcAft>
              <a:buClr>
                <a:schemeClr val="dk1"/>
              </a:buClr>
              <a:buSzPts val="1400"/>
              <a:buChar char="•"/>
            </a:lvl4pPr>
            <a:lvl5pPr algn="l" indent="-317500" lvl="4" marL="2286000">
              <a:lnSpc>
                <a:spcPct val="90000"/>
              </a:lnSpc>
              <a:spcBef>
                <a:spcPts val="400"/>
              </a:spcBef>
              <a:spcAft>
                <a:spcPts val="0"/>
              </a:spcAft>
              <a:buClr>
                <a:schemeClr val="dk1"/>
              </a:buClr>
              <a:buSzPts val="1400"/>
              <a:buChar char="•"/>
            </a:lvl5pPr>
            <a:lvl6pPr algn="l" indent="-317500" lvl="5" marL="2743200">
              <a:lnSpc>
                <a:spcPct val="90000"/>
              </a:lnSpc>
              <a:spcBef>
                <a:spcPts val="400"/>
              </a:spcBef>
              <a:spcAft>
                <a:spcPts val="0"/>
              </a:spcAft>
              <a:buClr>
                <a:schemeClr val="dk1"/>
              </a:buClr>
              <a:buSzPts val="1400"/>
              <a:buChar char="•"/>
            </a:lvl6pPr>
            <a:lvl7pPr algn="l" indent="-317500" lvl="6" marL="3200400">
              <a:lnSpc>
                <a:spcPct val="90000"/>
              </a:lnSpc>
              <a:spcBef>
                <a:spcPts val="400"/>
              </a:spcBef>
              <a:spcAft>
                <a:spcPts val="0"/>
              </a:spcAft>
              <a:buClr>
                <a:schemeClr val="dk1"/>
              </a:buClr>
              <a:buSzPts val="1400"/>
              <a:buChar char="•"/>
            </a:lvl7pPr>
            <a:lvl8pPr algn="l" indent="-317500" lvl="7" marL="3657600">
              <a:lnSpc>
                <a:spcPct val="90000"/>
              </a:lnSpc>
              <a:spcBef>
                <a:spcPts val="400"/>
              </a:spcBef>
              <a:spcAft>
                <a:spcPts val="0"/>
              </a:spcAft>
              <a:buClr>
                <a:schemeClr val="dk1"/>
              </a:buClr>
              <a:buSzPts val="1400"/>
              <a:buChar char="•"/>
            </a:lvl8pPr>
            <a:lvl9pPr algn="l" indent="-317500" lvl="8" marL="4114800">
              <a:lnSpc>
                <a:spcPct val="90000"/>
              </a:lnSpc>
              <a:spcBef>
                <a:spcPts val="400"/>
              </a:spcBef>
              <a:spcAft>
                <a:spcPts val="0"/>
              </a:spcAft>
              <a:buClr>
                <a:schemeClr val="dk1"/>
              </a:buClr>
              <a:buSzPts val="1400"/>
              <a:buChar char="•"/>
            </a:lvl9pPr>
          </a:lstStyle>
          <a:p/>
        </p:txBody>
      </p:sp>
      <p:sp>
        <p:nvSpPr>
          <p:cNvPr id="1048821" name="Shape 17"/>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22" name="Shape 18"/>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a:spcBef>
                <a:spcPts val="0"/>
              </a:spcBef>
              <a:spcAft>
                <a:spcPts val="0"/>
              </a:spcAft>
              <a:buSzPts val="1100"/>
              <a:buNone/>
            </a:lvl1pPr>
            <a:lvl2pPr algn="l" lvl="1">
              <a:spcBef>
                <a:spcPts val="0"/>
              </a:spcBef>
              <a:spcAft>
                <a:spcPts val="0"/>
              </a:spcAft>
              <a:buSzPts val="1100"/>
              <a:buNone/>
            </a:lvl2pPr>
            <a:lvl3pPr algn="l" lvl="2">
              <a:spcBef>
                <a:spcPts val="0"/>
              </a:spcBef>
              <a:spcAft>
                <a:spcPts val="0"/>
              </a:spcAft>
              <a:buSzPts val="1100"/>
              <a:buNone/>
            </a:lvl3pPr>
            <a:lvl4pPr algn="l" lvl="3">
              <a:spcBef>
                <a:spcPts val="0"/>
              </a:spcBef>
              <a:spcAft>
                <a:spcPts val="0"/>
              </a:spcAft>
              <a:buSzPts val="1100"/>
              <a:buNone/>
            </a:lvl4pPr>
            <a:lvl5pPr algn="l" lvl="4">
              <a:spcBef>
                <a:spcPts val="0"/>
              </a:spcBef>
              <a:spcAft>
                <a:spcPts val="0"/>
              </a:spcAft>
              <a:buSzPts val="1100"/>
              <a:buNone/>
            </a:lvl5pPr>
            <a:lvl6pPr algn="l" lvl="5">
              <a:spcBef>
                <a:spcPts val="0"/>
              </a:spcBef>
              <a:spcAft>
                <a:spcPts val="0"/>
              </a:spcAft>
              <a:buSzPts val="1100"/>
              <a:buNone/>
            </a:lvl6pPr>
            <a:lvl7pPr algn="l" lvl="6">
              <a:spcBef>
                <a:spcPts val="0"/>
              </a:spcBef>
              <a:spcAft>
                <a:spcPts val="0"/>
              </a:spcAft>
              <a:buSzPts val="1100"/>
              <a:buNone/>
            </a:lvl7pPr>
            <a:lvl8pPr algn="l" lvl="7">
              <a:spcBef>
                <a:spcPts val="0"/>
              </a:spcBef>
              <a:spcAft>
                <a:spcPts val="0"/>
              </a:spcAft>
              <a:buSzPts val="1100"/>
              <a:buNone/>
            </a:lvl8pPr>
            <a:lvl9pPr algn="l" lvl="8">
              <a:spcBef>
                <a:spcPts val="0"/>
              </a:spcBef>
              <a:spcAft>
                <a:spcPts val="0"/>
              </a:spcAft>
              <a:buSzPts val="1100"/>
              <a:buNone/>
            </a:lvl9pPr>
          </a:lstStyle>
          <a:p/>
        </p:txBody>
      </p:sp>
      <p:sp>
        <p:nvSpPr>
          <p:cNvPr id="1048823" name="Shape 19"/>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zh-CN"/>
              <a:t>‹#›</a:t>
            </a:fl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title">
  <p:cSld name="">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p:bgPr>
    </p:bg>
    <p:spTree>
      <p:nvGrpSpPr>
        <p:cNvPr id="42" name="Shape 5"/>
        <p:cNvGrpSpPr/>
        <p:nvPr/>
      </p:nvGrpSpPr>
      <p:grpSpPr>
        <a:xfrm>
          <a:off x="0" y="0"/>
          <a:ext cx="0" cy="0"/>
          <a:chOff x="0" y="0"/>
          <a:chExt cx="0" cy="0"/>
        </a:xfrm>
      </p:grpSpPr>
      <p:sp>
        <p:nvSpPr>
          <p:cNvPr id="1048805" name="Shape 1"/>
          <p:cNvSpPr txBox="1"/>
          <p:nvPr>
            <p:ph type="title"/>
          </p:nvPr>
        </p:nvSpPr>
        <p:spPr>
          <a:xfrm>
            <a:off x="628650" y="273844"/>
            <a:ext cx="7886700" cy="994172"/>
          </a:xfrm>
          <a:prstGeom prst="rect"/>
          <a:noFill/>
          <a:ln>
            <a:noFill/>
          </a:ln>
        </p:spPr>
        <p:txBody>
          <a:bodyPr anchor="ctr" anchorCtr="0" bIns="34275" lIns="68575" rIns="68575" spcFirstLastPara="1" tIns="34275" wrap="square">
            <a:normAutofit/>
          </a:bodyPr>
          <a:lstStyle>
            <a:lvl1pPr algn="l" lvl="0" marR="0" rtl="0">
              <a:lnSpc>
                <a:spcPct val="90000"/>
              </a:lnSpc>
              <a:spcBef>
                <a:spcPts val="0"/>
              </a:spcBef>
              <a:spcAft>
                <a:spcPts val="0"/>
              </a:spcAft>
              <a:buClr>
                <a:schemeClr val="dk1"/>
              </a:buClr>
              <a:buSzPts val="3300"/>
              <a:buFont typeface="Arial"/>
              <a:buNone/>
              <a:defRPr b="0" cap="none" sz="3300" i="0" strike="noStrike" u="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48806" name="Shape 2"/>
          <p:cNvSpPr txBox="1"/>
          <p:nvPr>
            <p:ph type="body" idx="1"/>
          </p:nvPr>
        </p:nvSpPr>
        <p:spPr>
          <a:xfrm>
            <a:off x="628650" y="1369219"/>
            <a:ext cx="7886700" cy="3263504"/>
          </a:xfrm>
          <a:prstGeom prst="rect"/>
          <a:noFill/>
          <a:ln>
            <a:noFill/>
          </a:ln>
        </p:spPr>
        <p:txBody>
          <a:bodyPr anchor="t" anchorCtr="0" bIns="34275" lIns="68575" rIns="68575" spcFirstLastPara="1" tIns="34275" wrap="square">
            <a:normAutofit/>
          </a:bodyPr>
          <a:lstStyle>
            <a:lvl1pPr algn="l" indent="-361950" lvl="0" marL="457200" marR="0" rtl="0">
              <a:lnSpc>
                <a:spcPct val="90000"/>
              </a:lnSpc>
              <a:spcBef>
                <a:spcPts val="800"/>
              </a:spcBef>
              <a:spcAft>
                <a:spcPts val="0"/>
              </a:spcAft>
              <a:buClr>
                <a:schemeClr val="dk1"/>
              </a:buClr>
              <a:buSzPts val="2100"/>
              <a:buFont typeface="Arial"/>
              <a:buChar char="•"/>
              <a:defRPr b="0" cap="none" sz="2100" i="0" strike="noStrike" u="none">
                <a:solidFill>
                  <a:schemeClr val="dk1"/>
                </a:solidFill>
                <a:latin typeface="Arial"/>
                <a:ea typeface="Arial"/>
                <a:cs typeface="Arial"/>
                <a:sym typeface="Arial"/>
              </a:defRPr>
            </a:lvl1pPr>
            <a:lvl2pPr algn="l" indent="-342900" lvl="1" marL="914400" marR="0" rtl="0">
              <a:lnSpc>
                <a:spcPct val="90000"/>
              </a:lnSpc>
              <a:spcBef>
                <a:spcPts val="400"/>
              </a:spcBef>
              <a:spcAft>
                <a:spcPts val="0"/>
              </a:spcAft>
              <a:buClr>
                <a:schemeClr val="dk1"/>
              </a:buClr>
              <a:buSzPts val="1800"/>
              <a:buFont typeface="Arial"/>
              <a:buChar char="•"/>
              <a:defRPr b="0" cap="none" sz="1800" i="0" strike="noStrike" u="none">
                <a:solidFill>
                  <a:schemeClr val="dk1"/>
                </a:solidFill>
                <a:latin typeface="Arial"/>
                <a:ea typeface="Arial"/>
                <a:cs typeface="Arial"/>
                <a:sym typeface="Arial"/>
              </a:defRPr>
            </a:lvl2pPr>
            <a:lvl3pPr algn="l" indent="-323850" lvl="2" marL="1371600" marR="0" rtl="0">
              <a:lnSpc>
                <a:spcPct val="90000"/>
              </a:lnSpc>
              <a:spcBef>
                <a:spcPts val="400"/>
              </a:spcBef>
              <a:spcAft>
                <a:spcPts val="0"/>
              </a:spcAft>
              <a:buClr>
                <a:schemeClr val="dk1"/>
              </a:buClr>
              <a:buSzPts val="1500"/>
              <a:buFont typeface="Arial"/>
              <a:buChar char="•"/>
              <a:defRPr b="0" cap="none" sz="1500" i="0" strike="noStrike" u="none">
                <a:solidFill>
                  <a:schemeClr val="dk1"/>
                </a:solidFill>
                <a:latin typeface="Arial"/>
                <a:ea typeface="Arial"/>
                <a:cs typeface="Arial"/>
                <a:sym typeface="Arial"/>
              </a:defRPr>
            </a:lvl3pPr>
            <a:lvl4pPr algn="l" indent="-317500" lvl="3" marL="1828800" marR="0" rtl="0">
              <a:lnSpc>
                <a:spcPct val="90000"/>
              </a:lnSpc>
              <a:spcBef>
                <a:spcPts val="400"/>
              </a:spcBef>
              <a:spcAft>
                <a:spcPts val="0"/>
              </a:spcAft>
              <a:buClr>
                <a:schemeClr val="dk1"/>
              </a:buClr>
              <a:buSzPts val="1400"/>
              <a:buFont typeface="Arial"/>
              <a:buChar char="•"/>
              <a:defRPr b="0" cap="none" sz="1400" i="0" strike="noStrike" u="none">
                <a:solidFill>
                  <a:schemeClr val="dk1"/>
                </a:solidFill>
                <a:latin typeface="Arial"/>
                <a:ea typeface="Arial"/>
                <a:cs typeface="Arial"/>
                <a:sym typeface="Arial"/>
              </a:defRPr>
            </a:lvl4pPr>
            <a:lvl5pPr algn="l" indent="-317500" lvl="4" marL="2286000" marR="0" rtl="0">
              <a:lnSpc>
                <a:spcPct val="90000"/>
              </a:lnSpc>
              <a:spcBef>
                <a:spcPts val="400"/>
              </a:spcBef>
              <a:spcAft>
                <a:spcPts val="0"/>
              </a:spcAft>
              <a:buClr>
                <a:schemeClr val="dk1"/>
              </a:buClr>
              <a:buSzPts val="1400"/>
              <a:buFont typeface="Arial"/>
              <a:buChar char="•"/>
              <a:defRPr b="0" cap="none" sz="1400" i="0" strike="noStrike" u="none">
                <a:solidFill>
                  <a:schemeClr val="dk1"/>
                </a:solidFill>
                <a:latin typeface="Arial"/>
                <a:ea typeface="Arial"/>
                <a:cs typeface="Arial"/>
                <a:sym typeface="Arial"/>
              </a:defRPr>
            </a:lvl5pPr>
            <a:lvl6pPr algn="l" indent="-317500" lvl="5" marL="2743200" marR="0" rtl="0">
              <a:lnSpc>
                <a:spcPct val="90000"/>
              </a:lnSpc>
              <a:spcBef>
                <a:spcPts val="400"/>
              </a:spcBef>
              <a:spcAft>
                <a:spcPts val="0"/>
              </a:spcAft>
              <a:buClr>
                <a:schemeClr val="dk1"/>
              </a:buClr>
              <a:buSzPts val="1400"/>
              <a:buFont typeface="Arial"/>
              <a:buChar char="•"/>
              <a:defRPr b="0" cap="none" sz="1400" i="0" strike="noStrike" u="none">
                <a:solidFill>
                  <a:schemeClr val="dk1"/>
                </a:solidFill>
                <a:latin typeface="Arial"/>
                <a:ea typeface="Arial"/>
                <a:cs typeface="Arial"/>
                <a:sym typeface="Arial"/>
              </a:defRPr>
            </a:lvl6pPr>
            <a:lvl7pPr algn="l" indent="-317500" lvl="6" marL="3200400" marR="0" rtl="0">
              <a:lnSpc>
                <a:spcPct val="90000"/>
              </a:lnSpc>
              <a:spcBef>
                <a:spcPts val="400"/>
              </a:spcBef>
              <a:spcAft>
                <a:spcPts val="0"/>
              </a:spcAft>
              <a:buClr>
                <a:schemeClr val="dk1"/>
              </a:buClr>
              <a:buSzPts val="1400"/>
              <a:buFont typeface="Arial"/>
              <a:buChar char="•"/>
              <a:defRPr b="0" cap="none" sz="1400" i="0" strike="noStrike" u="none">
                <a:solidFill>
                  <a:schemeClr val="dk1"/>
                </a:solidFill>
                <a:latin typeface="Arial"/>
                <a:ea typeface="Arial"/>
                <a:cs typeface="Arial"/>
                <a:sym typeface="Arial"/>
              </a:defRPr>
            </a:lvl7pPr>
            <a:lvl8pPr algn="l" indent="-317500" lvl="7" marL="3657600" marR="0" rtl="0">
              <a:lnSpc>
                <a:spcPct val="90000"/>
              </a:lnSpc>
              <a:spcBef>
                <a:spcPts val="400"/>
              </a:spcBef>
              <a:spcAft>
                <a:spcPts val="0"/>
              </a:spcAft>
              <a:buClr>
                <a:schemeClr val="dk1"/>
              </a:buClr>
              <a:buSzPts val="1400"/>
              <a:buFont typeface="Arial"/>
              <a:buChar char="•"/>
              <a:defRPr b="0" cap="none" sz="1400" i="0" strike="noStrike" u="none">
                <a:solidFill>
                  <a:schemeClr val="dk1"/>
                </a:solidFill>
                <a:latin typeface="Arial"/>
                <a:ea typeface="Arial"/>
                <a:cs typeface="Arial"/>
                <a:sym typeface="Arial"/>
              </a:defRPr>
            </a:lvl8pPr>
            <a:lvl9pPr algn="l" indent="-317500" lvl="8" marL="4114800" marR="0" rtl="0">
              <a:lnSpc>
                <a:spcPct val="90000"/>
              </a:lnSpc>
              <a:spcBef>
                <a:spcPts val="400"/>
              </a:spcBef>
              <a:spcAft>
                <a:spcPts val="0"/>
              </a:spcAft>
              <a:buClr>
                <a:schemeClr val="dk1"/>
              </a:buClr>
              <a:buSzPts val="1400"/>
              <a:buFont typeface="Arial"/>
              <a:buChar char="•"/>
              <a:defRPr b="0" cap="none" sz="1400" i="0" strike="noStrike" u="none">
                <a:solidFill>
                  <a:schemeClr val="dk1"/>
                </a:solidFill>
                <a:latin typeface="Arial"/>
                <a:ea typeface="Arial"/>
                <a:cs typeface="Arial"/>
                <a:sym typeface="Arial"/>
              </a:defRPr>
            </a:lvl9pPr>
          </a:lstStyle>
          <a:p/>
        </p:txBody>
      </p:sp>
      <p:sp>
        <p:nvSpPr>
          <p:cNvPr id="1048807" name="Shape 3"/>
          <p:cNvSpPr txBox="1"/>
          <p:nvPr>
            <p:ph type="dt" idx="10"/>
          </p:nvPr>
        </p:nvSpPr>
        <p:spPr>
          <a:xfrm>
            <a:off x="628650" y="4767263"/>
            <a:ext cx="2057400" cy="273844"/>
          </a:xfrm>
          <a:prstGeom prst="rect"/>
          <a:noFill/>
          <a:ln>
            <a:noFill/>
          </a:ln>
        </p:spPr>
        <p:txBody>
          <a:bodyPr anchor="ctr" anchorCtr="0" bIns="34275" lIns="68575" rIns="68575" spcFirstLastPara="1" tIns="34275" wrap="square">
            <a:noAutofit/>
          </a:bodyPr>
          <a:lstStyle>
            <a:lvl1pPr algn="l" lvl="0" marR="0" rtl="0">
              <a:spcBef>
                <a:spcPts val="0"/>
              </a:spcBef>
              <a:spcAft>
                <a:spcPts val="0"/>
              </a:spcAft>
              <a:buSzPts val="1100"/>
              <a:buNone/>
              <a:defRPr b="0" cap="none" sz="900" i="0" strike="noStrike" u="none">
                <a:solidFill>
                  <a:srgbClr val="888888"/>
                </a:solidFill>
                <a:latin typeface="Arial"/>
                <a:ea typeface="Arial"/>
                <a:cs typeface="Arial"/>
                <a:sym typeface="Arial"/>
              </a:defRPr>
            </a:lvl1pPr>
            <a:lvl2pPr algn="l" lvl="1" marR="0" rtl="0">
              <a:spcBef>
                <a:spcPts val="0"/>
              </a:spcBef>
              <a:spcAft>
                <a:spcPts val="0"/>
              </a:spcAft>
              <a:buSzPts val="1100"/>
              <a:buNone/>
              <a:defRPr b="0" cap="none" sz="1400" i="0" strike="noStrike" u="none">
                <a:solidFill>
                  <a:schemeClr val="dk1"/>
                </a:solidFill>
                <a:latin typeface="Arial"/>
                <a:ea typeface="Arial"/>
                <a:cs typeface="Arial"/>
                <a:sym typeface="Arial"/>
              </a:defRPr>
            </a:lvl2pPr>
            <a:lvl3pPr algn="l" lvl="2" marR="0" rtl="0">
              <a:spcBef>
                <a:spcPts val="0"/>
              </a:spcBef>
              <a:spcAft>
                <a:spcPts val="0"/>
              </a:spcAft>
              <a:buSzPts val="1100"/>
              <a:buNone/>
              <a:defRPr b="0" cap="none" sz="1400" i="0" strike="noStrike" u="none">
                <a:solidFill>
                  <a:schemeClr val="dk1"/>
                </a:solidFill>
                <a:latin typeface="Arial"/>
                <a:ea typeface="Arial"/>
                <a:cs typeface="Arial"/>
                <a:sym typeface="Arial"/>
              </a:defRPr>
            </a:lvl3pPr>
            <a:lvl4pPr algn="l" lvl="3" marR="0" rtl="0">
              <a:spcBef>
                <a:spcPts val="0"/>
              </a:spcBef>
              <a:spcAft>
                <a:spcPts val="0"/>
              </a:spcAft>
              <a:buSzPts val="1100"/>
              <a:buNone/>
              <a:defRPr b="0" cap="none" sz="1400" i="0" strike="noStrike" u="none">
                <a:solidFill>
                  <a:schemeClr val="dk1"/>
                </a:solidFill>
                <a:latin typeface="Arial"/>
                <a:ea typeface="Arial"/>
                <a:cs typeface="Arial"/>
                <a:sym typeface="Arial"/>
              </a:defRPr>
            </a:lvl4pPr>
            <a:lvl5pPr algn="l" lvl="4" marR="0" rtl="0">
              <a:spcBef>
                <a:spcPts val="0"/>
              </a:spcBef>
              <a:spcAft>
                <a:spcPts val="0"/>
              </a:spcAft>
              <a:buSzPts val="1100"/>
              <a:buNone/>
              <a:defRPr b="0" cap="none" sz="1400" i="0" strike="noStrike" u="none">
                <a:solidFill>
                  <a:schemeClr val="dk1"/>
                </a:solidFill>
                <a:latin typeface="Arial"/>
                <a:ea typeface="Arial"/>
                <a:cs typeface="Arial"/>
                <a:sym typeface="Arial"/>
              </a:defRPr>
            </a:lvl5pPr>
            <a:lvl6pPr algn="l" lvl="5" marR="0" rtl="0">
              <a:spcBef>
                <a:spcPts val="0"/>
              </a:spcBef>
              <a:spcAft>
                <a:spcPts val="0"/>
              </a:spcAft>
              <a:buSzPts val="1100"/>
              <a:buNone/>
              <a:defRPr b="0" cap="none" sz="1400" i="0" strike="noStrike" u="none">
                <a:solidFill>
                  <a:schemeClr val="dk1"/>
                </a:solidFill>
                <a:latin typeface="Arial"/>
                <a:ea typeface="Arial"/>
                <a:cs typeface="Arial"/>
                <a:sym typeface="Arial"/>
              </a:defRPr>
            </a:lvl6pPr>
            <a:lvl7pPr algn="l" lvl="6" marR="0" rtl="0">
              <a:spcBef>
                <a:spcPts val="0"/>
              </a:spcBef>
              <a:spcAft>
                <a:spcPts val="0"/>
              </a:spcAft>
              <a:buSzPts val="1100"/>
              <a:buNone/>
              <a:defRPr b="0" cap="none" sz="1400" i="0" strike="noStrike" u="none">
                <a:solidFill>
                  <a:schemeClr val="dk1"/>
                </a:solidFill>
                <a:latin typeface="Arial"/>
                <a:ea typeface="Arial"/>
                <a:cs typeface="Arial"/>
                <a:sym typeface="Arial"/>
              </a:defRPr>
            </a:lvl7pPr>
            <a:lvl8pPr algn="l" lvl="7" marR="0" rtl="0">
              <a:spcBef>
                <a:spcPts val="0"/>
              </a:spcBef>
              <a:spcAft>
                <a:spcPts val="0"/>
              </a:spcAft>
              <a:buSzPts val="1100"/>
              <a:buNone/>
              <a:defRPr b="0" cap="none" sz="1400" i="0" strike="noStrike" u="none">
                <a:solidFill>
                  <a:schemeClr val="dk1"/>
                </a:solidFill>
                <a:latin typeface="Arial"/>
                <a:ea typeface="Arial"/>
                <a:cs typeface="Arial"/>
                <a:sym typeface="Arial"/>
              </a:defRPr>
            </a:lvl8pPr>
            <a:lvl9pPr algn="l" lvl="8" marR="0" rtl="0">
              <a:spcBef>
                <a:spcPts val="0"/>
              </a:spcBef>
              <a:spcAft>
                <a:spcPts val="0"/>
              </a:spcAft>
              <a:buSzPts val="1100"/>
              <a:buNone/>
              <a:defRPr b="0" cap="none" sz="1400" i="0" strike="noStrike" u="none">
                <a:solidFill>
                  <a:schemeClr val="dk1"/>
                </a:solidFill>
                <a:latin typeface="Arial"/>
                <a:ea typeface="Arial"/>
                <a:cs typeface="Arial"/>
                <a:sym typeface="Arial"/>
              </a:defRPr>
            </a:lvl9pPr>
          </a:lstStyle>
          <a:p/>
        </p:txBody>
      </p:sp>
      <p:sp>
        <p:nvSpPr>
          <p:cNvPr id="1048808" name="Shape 4"/>
          <p:cNvSpPr txBox="1"/>
          <p:nvPr>
            <p:ph type="ftr" idx="11"/>
          </p:nvPr>
        </p:nvSpPr>
        <p:spPr>
          <a:xfrm>
            <a:off x="3028950" y="4767263"/>
            <a:ext cx="3086100" cy="273844"/>
          </a:xfrm>
          <a:prstGeom prst="rect"/>
          <a:noFill/>
          <a:ln>
            <a:noFill/>
          </a:ln>
        </p:spPr>
        <p:txBody>
          <a:bodyPr anchor="ctr" anchorCtr="0" bIns="34275" lIns="68575" rIns="68575" spcFirstLastPara="1" tIns="34275" wrap="square">
            <a:noAutofit/>
          </a:bodyPr>
          <a:lstStyle>
            <a:lvl1pPr algn="ctr" lvl="0" marR="0" rtl="0">
              <a:spcBef>
                <a:spcPts val="0"/>
              </a:spcBef>
              <a:spcAft>
                <a:spcPts val="0"/>
              </a:spcAft>
              <a:buSzPts val="1100"/>
              <a:buNone/>
              <a:defRPr b="0" cap="none" sz="900" i="0" strike="noStrike" u="none">
                <a:solidFill>
                  <a:srgbClr val="888888"/>
                </a:solidFill>
                <a:latin typeface="Arial"/>
                <a:ea typeface="Arial"/>
                <a:cs typeface="Arial"/>
                <a:sym typeface="Arial"/>
              </a:defRPr>
            </a:lvl1pPr>
            <a:lvl2pPr algn="l" lvl="1" marR="0" rtl="0">
              <a:spcBef>
                <a:spcPts val="0"/>
              </a:spcBef>
              <a:spcAft>
                <a:spcPts val="0"/>
              </a:spcAft>
              <a:buSzPts val="1100"/>
              <a:buNone/>
              <a:defRPr b="0" cap="none" sz="1400" i="0" strike="noStrike" u="none">
                <a:solidFill>
                  <a:schemeClr val="dk1"/>
                </a:solidFill>
                <a:latin typeface="Arial"/>
                <a:ea typeface="Arial"/>
                <a:cs typeface="Arial"/>
                <a:sym typeface="Arial"/>
              </a:defRPr>
            </a:lvl2pPr>
            <a:lvl3pPr algn="l" lvl="2" marR="0" rtl="0">
              <a:spcBef>
                <a:spcPts val="0"/>
              </a:spcBef>
              <a:spcAft>
                <a:spcPts val="0"/>
              </a:spcAft>
              <a:buSzPts val="1100"/>
              <a:buNone/>
              <a:defRPr b="0" cap="none" sz="1400" i="0" strike="noStrike" u="none">
                <a:solidFill>
                  <a:schemeClr val="dk1"/>
                </a:solidFill>
                <a:latin typeface="Arial"/>
                <a:ea typeface="Arial"/>
                <a:cs typeface="Arial"/>
                <a:sym typeface="Arial"/>
              </a:defRPr>
            </a:lvl3pPr>
            <a:lvl4pPr algn="l" lvl="3" marR="0" rtl="0">
              <a:spcBef>
                <a:spcPts val="0"/>
              </a:spcBef>
              <a:spcAft>
                <a:spcPts val="0"/>
              </a:spcAft>
              <a:buSzPts val="1100"/>
              <a:buNone/>
              <a:defRPr b="0" cap="none" sz="1400" i="0" strike="noStrike" u="none">
                <a:solidFill>
                  <a:schemeClr val="dk1"/>
                </a:solidFill>
                <a:latin typeface="Arial"/>
                <a:ea typeface="Arial"/>
                <a:cs typeface="Arial"/>
                <a:sym typeface="Arial"/>
              </a:defRPr>
            </a:lvl4pPr>
            <a:lvl5pPr algn="l" lvl="4" marR="0" rtl="0">
              <a:spcBef>
                <a:spcPts val="0"/>
              </a:spcBef>
              <a:spcAft>
                <a:spcPts val="0"/>
              </a:spcAft>
              <a:buSzPts val="1100"/>
              <a:buNone/>
              <a:defRPr b="0" cap="none" sz="1400" i="0" strike="noStrike" u="none">
                <a:solidFill>
                  <a:schemeClr val="dk1"/>
                </a:solidFill>
                <a:latin typeface="Arial"/>
                <a:ea typeface="Arial"/>
                <a:cs typeface="Arial"/>
                <a:sym typeface="Arial"/>
              </a:defRPr>
            </a:lvl5pPr>
            <a:lvl6pPr algn="l" lvl="5" marR="0" rtl="0">
              <a:spcBef>
                <a:spcPts val="0"/>
              </a:spcBef>
              <a:spcAft>
                <a:spcPts val="0"/>
              </a:spcAft>
              <a:buSzPts val="1100"/>
              <a:buNone/>
              <a:defRPr b="0" cap="none" sz="1400" i="0" strike="noStrike" u="none">
                <a:solidFill>
                  <a:schemeClr val="dk1"/>
                </a:solidFill>
                <a:latin typeface="Arial"/>
                <a:ea typeface="Arial"/>
                <a:cs typeface="Arial"/>
                <a:sym typeface="Arial"/>
              </a:defRPr>
            </a:lvl6pPr>
            <a:lvl7pPr algn="l" lvl="6" marR="0" rtl="0">
              <a:spcBef>
                <a:spcPts val="0"/>
              </a:spcBef>
              <a:spcAft>
                <a:spcPts val="0"/>
              </a:spcAft>
              <a:buSzPts val="1100"/>
              <a:buNone/>
              <a:defRPr b="0" cap="none" sz="1400" i="0" strike="noStrike" u="none">
                <a:solidFill>
                  <a:schemeClr val="dk1"/>
                </a:solidFill>
                <a:latin typeface="Arial"/>
                <a:ea typeface="Arial"/>
                <a:cs typeface="Arial"/>
                <a:sym typeface="Arial"/>
              </a:defRPr>
            </a:lvl7pPr>
            <a:lvl8pPr algn="l" lvl="7" marR="0" rtl="0">
              <a:spcBef>
                <a:spcPts val="0"/>
              </a:spcBef>
              <a:spcAft>
                <a:spcPts val="0"/>
              </a:spcAft>
              <a:buSzPts val="1100"/>
              <a:buNone/>
              <a:defRPr b="0" cap="none" sz="1400" i="0" strike="noStrike" u="none">
                <a:solidFill>
                  <a:schemeClr val="dk1"/>
                </a:solidFill>
                <a:latin typeface="Arial"/>
                <a:ea typeface="Arial"/>
                <a:cs typeface="Arial"/>
                <a:sym typeface="Arial"/>
              </a:defRPr>
            </a:lvl8pPr>
            <a:lvl9pPr algn="l" lvl="8" marR="0" rtl="0">
              <a:spcBef>
                <a:spcPts val="0"/>
              </a:spcBef>
              <a:spcAft>
                <a:spcPts val="0"/>
              </a:spcAft>
              <a:buSzPts val="1100"/>
              <a:buNone/>
              <a:defRPr b="0" cap="none" sz="1400" i="0" strike="noStrike" u="none">
                <a:solidFill>
                  <a:schemeClr val="dk1"/>
                </a:solidFill>
                <a:latin typeface="Arial"/>
                <a:ea typeface="Arial"/>
                <a:cs typeface="Arial"/>
                <a:sym typeface="Arial"/>
              </a:defRPr>
            </a:lvl9pPr>
          </a:lstStyle>
          <a:p/>
        </p:txBody>
      </p:sp>
      <p:sp>
        <p:nvSpPr>
          <p:cNvPr id="1048809" name="Shape 5"/>
          <p:cNvSpPr txBox="1"/>
          <p:nvPr>
            <p:ph type="sldNum" idx="12"/>
          </p:nvPr>
        </p:nvSpPr>
        <p:spPr>
          <a:xfrm>
            <a:off x="6457950" y="4767263"/>
            <a:ext cx="2057400" cy="273844"/>
          </a:xfrm>
          <a:prstGeom prst="rect"/>
          <a:noFill/>
          <a:ln>
            <a:noFill/>
          </a:ln>
        </p:spPr>
        <p:txBody>
          <a:bodyPr anchor="ctr" anchorCtr="0" bIns="34275" lIns="68575" rIns="68575" spcFirstLastPara="1" tIns="34275" wrap="square">
            <a:noAutofit/>
          </a:bodyPr>
          <a:lstStyle>
            <a:lvl1pPr algn="r" indent="0" lvl="0" marL="0" marR="0" rtl="0">
              <a:spcBef>
                <a:spcPts val="0"/>
              </a:spcBef>
              <a:buNone/>
              <a:defRPr b="0" cap="none" sz="900" i="0" strike="noStrike" u="none">
                <a:solidFill>
                  <a:srgbClr val="888888"/>
                </a:solidFill>
                <a:latin typeface="Arial"/>
                <a:ea typeface="Arial"/>
                <a:cs typeface="Arial"/>
                <a:sym typeface="Arial"/>
              </a:defRPr>
            </a:lvl1pPr>
            <a:lvl2pPr algn="r" indent="0" lvl="1" marL="0" marR="0" rtl="0">
              <a:spcBef>
                <a:spcPts val="0"/>
              </a:spcBef>
              <a:buNone/>
              <a:defRPr b="0" cap="none" sz="900" i="0" strike="noStrike" u="none">
                <a:solidFill>
                  <a:srgbClr val="888888"/>
                </a:solidFill>
                <a:latin typeface="Arial"/>
                <a:ea typeface="Arial"/>
                <a:cs typeface="Arial"/>
                <a:sym typeface="Arial"/>
              </a:defRPr>
            </a:lvl2pPr>
            <a:lvl3pPr algn="r" indent="0" lvl="2" marL="0" marR="0" rtl="0">
              <a:spcBef>
                <a:spcPts val="0"/>
              </a:spcBef>
              <a:buNone/>
              <a:defRPr b="0" cap="none" sz="900" i="0" strike="noStrike" u="none">
                <a:solidFill>
                  <a:srgbClr val="888888"/>
                </a:solidFill>
                <a:latin typeface="Arial"/>
                <a:ea typeface="Arial"/>
                <a:cs typeface="Arial"/>
                <a:sym typeface="Arial"/>
              </a:defRPr>
            </a:lvl3pPr>
            <a:lvl4pPr algn="r" indent="0" lvl="3" marL="0" marR="0" rtl="0">
              <a:spcBef>
                <a:spcPts val="0"/>
              </a:spcBef>
              <a:buNone/>
              <a:defRPr b="0" cap="none" sz="900" i="0" strike="noStrike" u="none">
                <a:solidFill>
                  <a:srgbClr val="888888"/>
                </a:solidFill>
                <a:latin typeface="Arial"/>
                <a:ea typeface="Arial"/>
                <a:cs typeface="Arial"/>
                <a:sym typeface="Arial"/>
              </a:defRPr>
            </a:lvl4pPr>
            <a:lvl5pPr algn="r" indent="0" lvl="4" marL="0" marR="0" rtl="0">
              <a:spcBef>
                <a:spcPts val="0"/>
              </a:spcBef>
              <a:buNone/>
              <a:defRPr b="0" cap="none" sz="900" i="0" strike="noStrike" u="none">
                <a:solidFill>
                  <a:srgbClr val="888888"/>
                </a:solidFill>
                <a:latin typeface="Arial"/>
                <a:ea typeface="Arial"/>
                <a:cs typeface="Arial"/>
                <a:sym typeface="Arial"/>
              </a:defRPr>
            </a:lvl5pPr>
            <a:lvl6pPr algn="r" indent="0" lvl="5" marL="0" marR="0" rtl="0">
              <a:spcBef>
                <a:spcPts val="0"/>
              </a:spcBef>
              <a:buNone/>
              <a:defRPr b="0" cap="none" sz="900" i="0" strike="noStrike" u="none">
                <a:solidFill>
                  <a:srgbClr val="888888"/>
                </a:solidFill>
                <a:latin typeface="Arial"/>
                <a:ea typeface="Arial"/>
                <a:cs typeface="Arial"/>
                <a:sym typeface="Arial"/>
              </a:defRPr>
            </a:lvl6pPr>
            <a:lvl7pPr algn="r" indent="0" lvl="6" marL="0" marR="0" rtl="0">
              <a:spcBef>
                <a:spcPts val="0"/>
              </a:spcBef>
              <a:buNone/>
              <a:defRPr b="0" cap="none" sz="900" i="0" strike="noStrike" u="none">
                <a:solidFill>
                  <a:srgbClr val="888888"/>
                </a:solidFill>
                <a:latin typeface="Arial"/>
                <a:ea typeface="Arial"/>
                <a:cs typeface="Arial"/>
                <a:sym typeface="Arial"/>
              </a:defRPr>
            </a:lvl7pPr>
            <a:lvl8pPr algn="r" indent="0" lvl="7" marL="0" marR="0" rtl="0">
              <a:spcBef>
                <a:spcPts val="0"/>
              </a:spcBef>
              <a:buNone/>
              <a:defRPr b="0" cap="none" sz="900" i="0" strike="noStrike" u="none">
                <a:solidFill>
                  <a:srgbClr val="888888"/>
                </a:solidFill>
                <a:latin typeface="Arial"/>
                <a:ea typeface="Arial"/>
                <a:cs typeface="Arial"/>
                <a:sym typeface="Arial"/>
              </a:defRPr>
            </a:lvl8pPr>
            <a:lvl9pPr algn="r" indent="0" lvl="8" marL="0" marR="0" rtl="0">
              <a:spcBef>
                <a:spcPts val="0"/>
              </a:spcBef>
              <a:buNone/>
              <a:defRPr b="0" cap="none" sz="900" i="0" strike="noStrike" u="none">
                <a:solidFill>
                  <a:srgbClr val="888888"/>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lang="zh-CN"/>
              <a:t>‹#›</a:t>
            </a:fld>
          </a:p>
        </p:txBody>
      </p:sp>
    </p:spTree>
  </p:cSld>
  <p:clrMap accent1="accent1" accent2="accent2" accent3="accent3" accent4="accent4" accent5="accent5" accent6="accent6" bg1="lt1" bg2="dk2" tx1="dk1" tx2="lt2"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p:bgPr>
    </p:bg>
    <p:spTree>
      <p:nvGrpSpPr>
        <p:cNvPr id="12" name="Shape 5"/>
        <p:cNvGrpSpPr/>
        <p:nvPr/>
      </p:nvGrpSpPr>
      <p:grpSpPr>
        <a:xfrm>
          <a:off x="0" y="0"/>
          <a:ext cx="0" cy="0"/>
          <a:chOff x="0" y="0"/>
          <a:chExt cx="0" cy="0"/>
        </a:xfrm>
      </p:grpSpPr>
    </p:spTree>
  </p:cSld>
  <p:clrMap accent1="accent1" accent2="accent2" accent3="accent3" accent4="accent4" accent5="accent5" accent6="accent6" bg1="lt1" bg2="dk2" tx1="dk1" tx2="lt2" hlink="hlink" folHlink="folHlink"/>
  <p:sldLayoutIdLst>
    <p:sldLayoutId id="2147483650" r:id="rId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15" name=""/>
        <p:cNvGrpSpPr/>
        <p:nvPr/>
      </p:nvGrpSpPr>
      <p:grpSpPr>
        <a:xfrm>
          <a:off x="0" y="0"/>
          <a:ext cx="0" cy="0"/>
          <a:chOff x="0" y="0"/>
          <a:chExt cx="0" cy="0"/>
        </a:xfrm>
      </p:grpSpPr>
      <p:sp>
        <p:nvSpPr>
          <p:cNvPr id="1048576" name="AutoShape 2"/>
          <p:cNvSpPr/>
          <p:nvPr/>
        </p:nvSpPr>
        <p:spPr>
          <a:xfrm rot="0" flipH="0" flipV="0">
            <a:off x="5969000" y="254000"/>
            <a:ext cx="762000" cy="762000"/>
          </a:xfrm>
          <a:prstGeom prst="ellipse"/>
          <a:solidFill>
            <a:srgbClr val="F8E653">
              <a:alpha val="55000"/>
            </a:srgbClr>
          </a:solidFill>
          <a:ln w="25400" cap="flat" cmpd="sng">
            <a:noFill/>
            <a:prstDash val="solid"/>
            <a:round/>
          </a:ln>
        </p:spPr>
        <p:txBody>
          <a:bodyPr anchor="ctr" bIns="63500" lIns="63500" rIns="63500" rtlCol="0" tIns="63500" vert="horz" wrap="square"/>
          <a:p>
            <a:pPr algn="ctr"/>
          </a:p>
        </p:txBody>
      </p:sp>
      <p:sp>
        <p:nvSpPr>
          <p:cNvPr id="1048577" name="AutoShape 3"/>
          <p:cNvSpPr/>
          <p:nvPr/>
        </p:nvSpPr>
        <p:spPr>
          <a:xfrm rot="0" flipH="0" flipV="0">
            <a:off x="10731500" y="5397500"/>
            <a:ext cx="1333500" cy="1333500"/>
          </a:xfrm>
          <a:prstGeom prst="ellipse"/>
          <a:solidFill>
            <a:srgbClr val="FFF0DC">
              <a:alpha val="100000"/>
            </a:srgbClr>
          </a:solidFill>
          <a:ln w="25400" cap="flat" cmpd="sng">
            <a:noFill/>
            <a:prstDash val="solid"/>
            <a:round/>
          </a:ln>
        </p:spPr>
        <p:txBody>
          <a:bodyPr anchor="ctr" bIns="63500" lIns="63500" rIns="63500" rtlCol="0" tIns="63500" vert="horz" wrap="square"/>
          <a:p>
            <a:pPr algn="ctr"/>
          </a:p>
        </p:txBody>
      </p:sp>
      <p:sp>
        <p:nvSpPr>
          <p:cNvPr id="1048578" name="AutoShape 4"/>
          <p:cNvSpPr/>
          <p:nvPr/>
        </p:nvSpPr>
        <p:spPr>
          <a:xfrm rot="0" flipH="0" flipV="0">
            <a:off x="63500" y="6032500"/>
            <a:ext cx="698500" cy="698500"/>
          </a:xfrm>
          <a:prstGeom prst="ellipse"/>
          <a:solidFill>
            <a:srgbClr val="E8F3E4">
              <a:alpha val="100000"/>
            </a:srgbClr>
          </a:solidFill>
          <a:ln w="25400" cap="flat" cmpd="sng">
            <a:noFill/>
            <a:prstDash val="solid"/>
            <a:round/>
          </a:ln>
        </p:spPr>
        <p:txBody>
          <a:bodyPr anchor="ctr" bIns="63500" lIns="63500" rIns="63500" rtlCol="0" tIns="63500" vert="horz" wrap="square"/>
          <a:p>
            <a:pPr algn="ctr"/>
          </a:p>
        </p:txBody>
      </p:sp>
      <p:sp>
        <p:nvSpPr>
          <p:cNvPr id="1048579" name="AutoShape 5"/>
          <p:cNvSpPr/>
          <p:nvPr/>
        </p:nvSpPr>
        <p:spPr>
          <a:xfrm rot="0" flipH="0" flipV="0">
            <a:off x="965200" y="1498600"/>
            <a:ext cx="101600" cy="431800"/>
          </a:xfrm>
          <a:prstGeom prst="roundRect">
            <a:avLst>
              <a:gd name="adj" fmla="val 50000"/>
            </a:avLst>
          </a:prstGeom>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580" name="AutoShape 6"/>
          <p:cNvSpPr txBox="1"/>
          <p:nvPr/>
        </p:nvSpPr>
        <p:spPr>
          <a:xfrm rot="0" flipH="0" flipV="0">
            <a:off x="1244600" y="1397000"/>
            <a:ext cx="5334000" cy="635000"/>
          </a:xfrm>
          <a:prstGeom prst="rect"/>
          <a:noFill/>
          <a:ln w="12700" cap="flat" cmpd="sng">
            <a:noFill/>
            <a:prstDash val="solid"/>
            <a:round/>
          </a:ln>
        </p:spPr>
        <p:txBody>
          <a:bodyPr anchor="ctr" anchorCtr="0" bIns="0" lIns="0" rIns="0" rtlCol="0" tIns="0" vert="horz" wrap="none"/>
          <a:p>
            <a:pPr algn="l" indent="0" marL="0">
              <a:lnSpc>
                <a:spcPct val="125000"/>
              </a:lnSpc>
            </a:pPr>
            <a:r>
              <a:rPr b="1" sz="1900" i="0" lang="en-US" strike="noStrike" u="none">
                <a:solidFill>
                  <a:srgbClr val="3D8B5F"/>
                </a:solidFill>
                <a:latin typeface="Arial"/>
                <a:ea typeface="Arial"/>
                <a:cs typeface="Arial"/>
                <a:sym typeface="Arial"/>
              </a:rPr>
              <a:t>KHOA HỌC TỰ NHIÊN 6</a:t>
            </a:r>
            <a:endParaRPr sz="1100" lang="en-US"/>
          </a:p>
        </p:txBody>
      </p:sp>
      <p:sp>
        <p:nvSpPr>
          <p:cNvPr id="1048581" name="AutoShape 7"/>
          <p:cNvSpPr txBox="1"/>
          <p:nvPr/>
        </p:nvSpPr>
        <p:spPr>
          <a:xfrm rot="0" flipH="0" flipV="0">
            <a:off x="889000" y="2222500"/>
            <a:ext cx="5969000" cy="2159000"/>
          </a:xfrm>
          <a:prstGeom prst="rect"/>
          <a:noFill/>
          <a:ln w="12700" cap="flat" cmpd="sng">
            <a:noFill/>
            <a:prstDash val="solid"/>
            <a:round/>
          </a:ln>
        </p:spPr>
        <p:txBody>
          <a:bodyPr anchor="t" anchorCtr="0" bIns="0" lIns="0" rIns="0" rtlCol="0" tIns="0" vert="horz" wrap="square"/>
          <a:p>
            <a:pPr algn="l" indent="0" marL="0">
              <a:lnSpc>
                <a:spcPct val="95833"/>
              </a:lnSpc>
            </a:pPr>
            <a:r>
              <a:rPr b="1" sz="4800" i="0" lang="en-US" strike="noStrike" u="none">
                <a:solidFill>
                  <a:srgbClr val="2B3A32"/>
                </a:solidFill>
                <a:latin typeface="Arial"/>
                <a:ea typeface="Arial"/>
                <a:cs typeface="Arial"/>
                <a:sym typeface="Arial"/>
              </a:rPr>
              <a:t>SỰ Ô NHIỄM</a:t>
            </a:r>
            <a:endParaRPr sz="1100" lang="en-US"/>
          </a:p>
          <a:p>
            <a:pPr algn="l" indent="0" marL="0">
              <a:lnSpc>
                <a:spcPct val="95833"/>
              </a:lnSpc>
            </a:pPr>
            <a:r>
              <a:rPr b="1" sz="4800" i="0" lang="en-US" strike="noStrike" u="none">
                <a:solidFill>
                  <a:srgbClr val="2B3A32"/>
                </a:solidFill>
                <a:latin typeface="Arial"/>
                <a:ea typeface="Arial"/>
                <a:cs typeface="Arial"/>
                <a:sym typeface="Arial"/>
              </a:rPr>
              <a:t>KHÔNG KHÍ</a:t>
            </a:r>
          </a:p>
        </p:txBody>
      </p:sp>
      <p:sp>
        <p:nvSpPr>
          <p:cNvPr id="1048582" name="AutoShape 8"/>
          <p:cNvSpPr/>
          <p:nvPr/>
        </p:nvSpPr>
        <p:spPr>
          <a:xfrm rot="0" flipH="0" flipV="0">
            <a:off x="889000" y="4572000"/>
            <a:ext cx="5588000" cy="1168400"/>
          </a:xfrm>
          <a:prstGeom prst="roundRect">
            <a:avLst>
              <a:gd name="adj" fmla="val 17391"/>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583" name="AutoShape 9"/>
          <p:cNvSpPr txBox="1"/>
          <p:nvPr/>
        </p:nvSpPr>
        <p:spPr>
          <a:xfrm rot="0" flipH="0" flipV="0">
            <a:off x="1168400" y="4572000"/>
            <a:ext cx="5156200" cy="1168400"/>
          </a:xfrm>
          <a:prstGeom prst="rect"/>
          <a:noFill/>
          <a:ln w="12700" cap="flat" cmpd="sng">
            <a:noFill/>
            <a:prstDash val="solid"/>
            <a:round/>
          </a:ln>
        </p:spPr>
        <p:txBody>
          <a:bodyPr anchor="ctr" anchorCtr="0" bIns="0" lIns="0" rIns="0" rtlCol="0" tIns="0" vert="horz" wrap="square"/>
          <a:p>
            <a:pPr algn="l" indent="0" marL="0">
              <a:lnSpc>
                <a:spcPct val="125000"/>
              </a:lnSpc>
            </a:pPr>
            <a:r>
              <a:rPr b="1" sz="1700" i="0" lang="en-US" strike="noStrike" u="none">
                <a:solidFill>
                  <a:srgbClr val="2B3A32"/>
                </a:solidFill>
                <a:latin typeface="Arial"/>
                <a:ea typeface="Arial"/>
                <a:cs typeface="Arial"/>
                <a:sym typeface="Arial"/>
              </a:rPr>
              <a:t>Bài 11:</a:t>
            </a:r>
            <a:r>
              <a:rPr b="0" sz="1700" i="0" lang="en-US" strike="noStrike" u="none">
                <a:solidFill>
                  <a:srgbClr val="2B3A32"/>
                </a:solidFill>
                <a:latin typeface="Arial"/>
                <a:ea typeface="Arial"/>
                <a:cs typeface="Arial"/>
                <a:sym typeface="Arial"/>
              </a:rPr>
              <a:t> Oxygen – Không khí</a:t>
            </a:r>
            <a:endParaRPr sz="1100" lang="en-US"/>
          </a:p>
          <a:p>
            <a:pPr algn="l" indent="0" marL="0">
              <a:lnSpc>
                <a:spcPct val="125000"/>
              </a:lnSpc>
            </a:pPr>
            <a:r>
              <a:rPr b="1" sz="1700" i="0" lang="en-US" strike="noStrike" u="none">
                <a:solidFill>
                  <a:srgbClr val="2B3A32"/>
                </a:solidFill>
                <a:latin typeface="Arial"/>
                <a:ea typeface="Arial"/>
                <a:cs typeface="Arial"/>
                <a:sym typeface="Arial"/>
              </a:rPr>
              <a:t>Chủ đề:</a:t>
            </a:r>
            <a:r>
              <a:rPr b="0" sz="1700" i="0" lang="en-US" strike="noStrike" u="none">
                <a:solidFill>
                  <a:srgbClr val="2B3A32"/>
                </a:solidFill>
                <a:latin typeface="Arial"/>
                <a:ea typeface="Arial"/>
                <a:cs typeface="Arial"/>
                <a:sym typeface="Arial"/>
              </a:rPr>
              <a:t> Kết nối tri thức với cuộc sống</a:t>
            </a:r>
          </a:p>
        </p:txBody>
      </p:sp>
      <p:pic>
        <p:nvPicPr>
          <p:cNvPr id="2097152" name="Picture 10"/>
          <p:cNvPicPr>
            <a:picLocks noChangeAspect="1"/>
          </p:cNvPicPr>
          <p:nvPr/>
        </p:nvPicPr>
        <p:blipFill>
          <a:blip xmlns:r="http://schemas.openxmlformats.org/officeDocument/2006/relationships" r:embed="rId1"/>
          <a:srcRect l="0" t="0" r="0" b="0"/>
          <a:stretch>
            <a:fillRect/>
          </a:stretch>
        </p:blipFill>
        <p:spPr>
          <a:xfrm rot="0" flipH="0" flipV="0">
            <a:off x="7048500" y="1079500"/>
            <a:ext cx="4445000" cy="4445000"/>
          </a:xfrm>
          <a:prstGeom prst="rect"/>
          <a:noFill/>
          <a:ln w="25400" cap="flat" cmpd="sng">
            <a:noFill/>
            <a:prstDash val="solid"/>
            <a:round/>
          </a:ln>
        </p:spPr>
      </p:pic>
      <p:cxnSp>
        <p:nvCxnSpPr>
          <p:cNvPr id="3145728" name="Connector 11"/>
          <p:cNvCxnSpPr>
            <a:cxnSpLocks/>
          </p:cNvCxnSpPr>
          <p:nvPr/>
        </p:nvCxnSpPr>
        <p:spPr>
          <a:xfrm rot="-4583" flipH="0" flipV="0">
            <a:off x="889004" y="6242050"/>
            <a:ext cx="9525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584" name="AutoShape 12"/>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Nhóm trình bày · Bài học Khoa học tự nhiên lớp 6</a:t>
            </a:r>
            <a:endParaRPr sz="11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18" name=""/>
        <p:cNvGrpSpPr/>
        <p:nvPr/>
      </p:nvGrpSpPr>
      <p:grpSpPr>
        <a:xfrm>
          <a:off x="0" y="0"/>
          <a:ext cx="0" cy="0"/>
          <a:chOff x="0" y="0"/>
          <a:chExt cx="0" cy="0"/>
        </a:xfrm>
      </p:grpSpPr>
      <p:sp>
        <p:nvSpPr>
          <p:cNvPr id="1048591" name="AutoShape 2"/>
          <p:cNvSpPr/>
          <p:nvPr/>
        </p:nvSpPr>
        <p:spPr>
          <a:xfrm rot="0" flipH="0" flipV="0">
            <a:off x="889000" y="711200"/>
            <a:ext cx="101600" cy="457200"/>
          </a:xfrm>
          <a:prstGeom prst="roundRect">
            <a:avLst>
              <a:gd name="adj" fmla="val 50000"/>
            </a:avLst>
          </a:prstGeom>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592"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3000" i="0" lang="en-US" strike="noStrike" u="none">
                <a:solidFill>
                  <a:srgbClr val="2B3A32"/>
                </a:solidFill>
                <a:latin typeface="Arial"/>
                <a:ea typeface="Arial"/>
                <a:cs typeface="Arial"/>
                <a:sym typeface="Arial"/>
              </a:rPr>
              <a:t>GIỚI THIỆU THÀNH VIÊN NHÓM</a:t>
            </a:r>
            <a:endParaRPr sz="1100" lang="en-US"/>
          </a:p>
        </p:txBody>
      </p:sp>
      <p:sp>
        <p:nvSpPr>
          <p:cNvPr id="1048593" name="AutoShape 4"/>
          <p:cNvSpPr txBox="1"/>
          <p:nvPr/>
        </p:nvSpPr>
        <p:spPr>
          <a:xfrm rot="0" flipH="0" flipV="0">
            <a:off x="889000" y="1320800"/>
            <a:ext cx="10414000" cy="355600"/>
          </a:xfrm>
          <a:prstGeom prst="rect"/>
          <a:noFill/>
          <a:ln w="12700" cap="flat" cmpd="sng">
            <a:noFill/>
            <a:prstDash val="solid"/>
            <a:round/>
          </a:ln>
        </p:spPr>
        <p:txBody>
          <a:bodyPr anchor="ctr" anchorCtr="0" bIns="0" lIns="0" rIns="0" rtlCol="0" tIns="0" vert="horz" wrap="none"/>
          <a:p>
            <a:pPr algn="l" indent="0" marL="0">
              <a:lnSpc>
                <a:spcPct val="125000"/>
              </a:lnSpc>
            </a:pPr>
            <a:r>
              <a:rPr b="0" sz="1500" i="0" lang="en-US" strike="noStrike" u="none">
                <a:solidFill>
                  <a:srgbClr val="787878"/>
                </a:solidFill>
                <a:latin typeface="Arial"/>
                <a:ea typeface="Arial"/>
                <a:cs typeface="Arial"/>
                <a:sym typeface="Arial"/>
              </a:rPr>
              <a:t>Nhóm trình bày bài: Sự ô nhiễm không khí – Khoa học tự nhiên 6</a:t>
            </a:r>
            <a:endParaRPr sz="1100" lang="en-US"/>
          </a:p>
        </p:txBody>
      </p:sp>
      <p:sp>
        <p:nvSpPr>
          <p:cNvPr id="1048594" name="AutoShape 5"/>
          <p:cNvSpPr/>
          <p:nvPr/>
        </p:nvSpPr>
        <p:spPr>
          <a:xfrm rot="0" flipH="0" flipV="0">
            <a:off x="889000" y="1879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595" name="AutoShape 6"/>
          <p:cNvSpPr/>
          <p:nvPr/>
        </p:nvSpPr>
        <p:spPr>
          <a:xfrm rot="0" flipH="0" flipV="0">
            <a:off x="1778000" y="2108200"/>
            <a:ext cx="762000" cy="762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596" name="AutoShape 7"/>
          <p:cNvSpPr txBox="1"/>
          <p:nvPr/>
        </p:nvSpPr>
        <p:spPr>
          <a:xfrm rot="0" flipH="0" flipV="0">
            <a:off x="1778000" y="2108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FFFFFF"/>
                </a:solidFill>
                <a:latin typeface="Arial"/>
                <a:ea typeface="Arial"/>
                <a:cs typeface="Arial"/>
                <a:sym typeface="Arial"/>
              </a:rPr>
              <a:t>CA</a:t>
            </a:r>
            <a:endParaRPr sz="1100" lang="en-US"/>
          </a:p>
        </p:txBody>
      </p:sp>
      <p:sp>
        <p:nvSpPr>
          <p:cNvPr id="1048597" name="AutoShape 8"/>
          <p:cNvSpPr txBox="1"/>
          <p:nvPr/>
        </p:nvSpPr>
        <p:spPr>
          <a:xfrm rot="0" flipH="0" flipV="0">
            <a:off x="889000" y="2997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Châu Anh</a:t>
            </a:r>
            <a:endParaRPr sz="1100" lang="en-US"/>
          </a:p>
        </p:txBody>
      </p:sp>
      <p:sp>
        <p:nvSpPr>
          <p:cNvPr id="1048598" name="AutoShape 9"/>
          <p:cNvSpPr/>
          <p:nvPr/>
        </p:nvSpPr>
        <p:spPr>
          <a:xfrm rot="0" flipH="0" flipV="0">
            <a:off x="3683000" y="1879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599" name="AutoShape 10"/>
          <p:cNvSpPr/>
          <p:nvPr/>
        </p:nvSpPr>
        <p:spPr>
          <a:xfrm rot="0" flipH="0" flipV="0">
            <a:off x="4572000" y="2108200"/>
            <a:ext cx="762000" cy="762000"/>
          </a:xfrm>
          <a:prstGeom prst="ellipse"/>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600" name="AutoShape 11"/>
          <p:cNvSpPr txBox="1"/>
          <p:nvPr/>
        </p:nvSpPr>
        <p:spPr>
          <a:xfrm rot="0" flipH="0" flipV="0">
            <a:off x="4572000" y="2108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FFFFFF"/>
                </a:solidFill>
                <a:latin typeface="Arial"/>
                <a:ea typeface="Arial"/>
                <a:cs typeface="Arial"/>
                <a:sym typeface="Arial"/>
              </a:rPr>
              <a:t>GH</a:t>
            </a:r>
            <a:endParaRPr sz="1100" lang="en-US"/>
          </a:p>
        </p:txBody>
      </p:sp>
      <p:sp>
        <p:nvSpPr>
          <p:cNvPr id="1048601" name="AutoShape 12"/>
          <p:cNvSpPr txBox="1"/>
          <p:nvPr/>
        </p:nvSpPr>
        <p:spPr>
          <a:xfrm rot="0" flipH="0" flipV="0">
            <a:off x="3683000" y="2997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Gia Huy</a:t>
            </a:r>
            <a:endParaRPr sz="1100" lang="en-US"/>
          </a:p>
        </p:txBody>
      </p:sp>
      <p:sp>
        <p:nvSpPr>
          <p:cNvPr id="1048602" name="AutoShape 13"/>
          <p:cNvSpPr/>
          <p:nvPr/>
        </p:nvSpPr>
        <p:spPr>
          <a:xfrm rot="0" flipH="0" flipV="0">
            <a:off x="6477000" y="1879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03" name="AutoShape 14"/>
          <p:cNvSpPr/>
          <p:nvPr/>
        </p:nvSpPr>
        <p:spPr>
          <a:xfrm rot="0" flipH="0" flipV="0">
            <a:off x="7366000" y="2108200"/>
            <a:ext cx="762000" cy="762000"/>
          </a:xfrm>
          <a:prstGeom prst="ellipse"/>
          <a:solidFill>
            <a:srgbClr val="6BBFEA">
              <a:alpha val="100000"/>
            </a:srgbClr>
          </a:solidFill>
          <a:ln w="25400" cap="flat" cmpd="sng">
            <a:noFill/>
            <a:prstDash val="solid"/>
            <a:round/>
          </a:ln>
        </p:spPr>
        <p:txBody>
          <a:bodyPr anchor="ctr" bIns="63500" lIns="63500" rIns="63500" rtlCol="0" tIns="63500" vert="horz" wrap="square"/>
          <a:p>
            <a:pPr algn="ctr"/>
          </a:p>
        </p:txBody>
      </p:sp>
      <p:sp>
        <p:nvSpPr>
          <p:cNvPr id="1048604" name="AutoShape 15"/>
          <p:cNvSpPr txBox="1"/>
          <p:nvPr/>
        </p:nvSpPr>
        <p:spPr>
          <a:xfrm rot="0" flipH="0" flipV="0">
            <a:off x="7366000" y="2108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FFFFFF"/>
                </a:solidFill>
                <a:latin typeface="Arial"/>
                <a:ea typeface="Arial"/>
                <a:cs typeface="Arial"/>
                <a:sym typeface="Arial"/>
              </a:rPr>
              <a:t>GL</a:t>
            </a:r>
            <a:endParaRPr sz="1100" lang="en-US"/>
          </a:p>
        </p:txBody>
      </p:sp>
      <p:sp>
        <p:nvSpPr>
          <p:cNvPr id="1048605" name="AutoShape 16"/>
          <p:cNvSpPr txBox="1"/>
          <p:nvPr/>
        </p:nvSpPr>
        <p:spPr>
          <a:xfrm rot="0" flipH="0" flipV="0">
            <a:off x="6477000" y="2997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Gia Linh</a:t>
            </a:r>
            <a:endParaRPr sz="1100" lang="en-US"/>
          </a:p>
        </p:txBody>
      </p:sp>
      <p:sp>
        <p:nvSpPr>
          <p:cNvPr id="1048606" name="AutoShape 17"/>
          <p:cNvSpPr/>
          <p:nvPr/>
        </p:nvSpPr>
        <p:spPr>
          <a:xfrm rot="0" flipH="0" flipV="0">
            <a:off x="9271000" y="1879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07" name="AutoShape 18"/>
          <p:cNvSpPr/>
          <p:nvPr/>
        </p:nvSpPr>
        <p:spPr>
          <a:xfrm rot="0" flipH="0" flipV="0">
            <a:off x="10160000" y="2108200"/>
            <a:ext cx="762000" cy="762000"/>
          </a:xfrm>
          <a:prstGeom prst="ellipse"/>
          <a:solidFill>
            <a:srgbClr val="DB714F">
              <a:alpha val="100000"/>
            </a:srgbClr>
          </a:solidFill>
          <a:ln w="25400" cap="flat" cmpd="sng">
            <a:noFill/>
            <a:prstDash val="solid"/>
            <a:round/>
          </a:ln>
        </p:spPr>
        <p:txBody>
          <a:bodyPr anchor="ctr" bIns="63500" lIns="63500" rIns="63500" rtlCol="0" tIns="63500" vert="horz" wrap="square"/>
          <a:p>
            <a:pPr algn="ctr"/>
          </a:p>
        </p:txBody>
      </p:sp>
      <p:sp>
        <p:nvSpPr>
          <p:cNvPr id="1048608" name="AutoShape 19"/>
          <p:cNvSpPr txBox="1"/>
          <p:nvPr/>
        </p:nvSpPr>
        <p:spPr>
          <a:xfrm rot="0" flipH="0" flipV="0">
            <a:off x="10160000" y="2108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FFFFFF"/>
                </a:solidFill>
                <a:latin typeface="Arial"/>
                <a:ea typeface="Arial"/>
                <a:cs typeface="Arial"/>
                <a:sym typeface="Arial"/>
              </a:rPr>
              <a:t>PL</a:t>
            </a:r>
            <a:endParaRPr sz="1100" lang="en-US"/>
          </a:p>
        </p:txBody>
      </p:sp>
      <p:sp>
        <p:nvSpPr>
          <p:cNvPr id="1048609" name="AutoShape 20"/>
          <p:cNvSpPr txBox="1"/>
          <p:nvPr/>
        </p:nvSpPr>
        <p:spPr>
          <a:xfrm rot="0" flipH="0" flipV="0">
            <a:off x="9271000" y="2997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Phương Linh</a:t>
            </a:r>
            <a:endParaRPr sz="1100" lang="en-US"/>
          </a:p>
        </p:txBody>
      </p:sp>
      <p:sp>
        <p:nvSpPr>
          <p:cNvPr id="1048610" name="AutoShape 21"/>
          <p:cNvSpPr/>
          <p:nvPr/>
        </p:nvSpPr>
        <p:spPr>
          <a:xfrm rot="0" flipH="0" flipV="0">
            <a:off x="889000" y="3911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11" name="AutoShape 22"/>
          <p:cNvSpPr/>
          <p:nvPr/>
        </p:nvSpPr>
        <p:spPr>
          <a:xfrm rot="0" flipH="0" flipV="0">
            <a:off x="1778000" y="4140200"/>
            <a:ext cx="762000" cy="762000"/>
          </a:xfrm>
          <a:prstGeom prst="ellipse"/>
          <a:solidFill>
            <a:srgbClr val="3D8B5F">
              <a:alpha val="100000"/>
            </a:srgbClr>
          </a:solidFill>
          <a:ln w="25400" cap="flat" cmpd="sng">
            <a:noFill/>
            <a:prstDash val="solid"/>
            <a:round/>
          </a:ln>
        </p:spPr>
        <p:txBody>
          <a:bodyPr anchor="ctr" bIns="63500" lIns="63500" rIns="63500" rtlCol="0" tIns="63500" vert="horz" wrap="square"/>
          <a:p>
            <a:pPr algn="ctr"/>
          </a:p>
        </p:txBody>
      </p:sp>
      <p:sp>
        <p:nvSpPr>
          <p:cNvPr id="1048612" name="AutoShape 23"/>
          <p:cNvSpPr txBox="1"/>
          <p:nvPr/>
        </p:nvSpPr>
        <p:spPr>
          <a:xfrm rot="0" flipH="0" flipV="0">
            <a:off x="1778000" y="4140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FFFFFF"/>
                </a:solidFill>
                <a:latin typeface="Arial"/>
                <a:ea typeface="Arial"/>
                <a:cs typeface="Arial"/>
                <a:sym typeface="Arial"/>
              </a:rPr>
              <a:t>TA</a:t>
            </a:r>
            <a:endParaRPr sz="1100" lang="en-US"/>
          </a:p>
        </p:txBody>
      </p:sp>
      <p:sp>
        <p:nvSpPr>
          <p:cNvPr id="1048613" name="AutoShape 24"/>
          <p:cNvSpPr txBox="1"/>
          <p:nvPr/>
        </p:nvSpPr>
        <p:spPr>
          <a:xfrm rot="0" flipH="0" flipV="0">
            <a:off x="889000" y="5029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Thiên Ân</a:t>
            </a:r>
            <a:endParaRPr sz="1100" lang="en-US"/>
          </a:p>
        </p:txBody>
      </p:sp>
      <p:sp>
        <p:nvSpPr>
          <p:cNvPr id="1048614" name="AutoShape 25"/>
          <p:cNvSpPr/>
          <p:nvPr/>
        </p:nvSpPr>
        <p:spPr>
          <a:xfrm rot="0" flipH="0" flipV="0">
            <a:off x="3683000" y="3911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15" name="AutoShape 26"/>
          <p:cNvSpPr/>
          <p:nvPr/>
        </p:nvSpPr>
        <p:spPr>
          <a:xfrm rot="0" flipH="0" flipV="0">
            <a:off x="4572000" y="4140200"/>
            <a:ext cx="762000" cy="762000"/>
          </a:xfrm>
          <a:prstGeom prst="ellipse"/>
          <a:solidFill>
            <a:srgbClr val="C8A44A">
              <a:alpha val="100000"/>
            </a:srgbClr>
          </a:solidFill>
          <a:ln w="25400" cap="flat" cmpd="sng">
            <a:noFill/>
            <a:prstDash val="solid"/>
            <a:round/>
          </a:ln>
        </p:spPr>
        <p:txBody>
          <a:bodyPr anchor="ctr" bIns="63500" lIns="63500" rIns="63500" rtlCol="0" tIns="63500" vert="horz" wrap="square"/>
          <a:p>
            <a:pPr algn="ctr"/>
          </a:p>
        </p:txBody>
      </p:sp>
      <p:sp>
        <p:nvSpPr>
          <p:cNvPr id="1048616" name="AutoShape 27"/>
          <p:cNvSpPr txBox="1"/>
          <p:nvPr/>
        </p:nvSpPr>
        <p:spPr>
          <a:xfrm rot="0" flipH="0" flipV="0">
            <a:off x="4572000" y="4140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1700" i="0" lang="en-US" strike="noStrike" u="none">
                <a:solidFill>
                  <a:srgbClr val="FFFFFF"/>
                </a:solidFill>
                <a:latin typeface="Arial"/>
                <a:ea typeface="Arial"/>
                <a:cs typeface="Arial"/>
                <a:sym typeface="Arial"/>
              </a:rPr>
              <a:t>HÂN</a:t>
            </a:r>
            <a:endParaRPr sz="1100" lang="en-US"/>
          </a:p>
        </p:txBody>
      </p:sp>
      <p:sp>
        <p:nvSpPr>
          <p:cNvPr id="1048617" name="AutoShape 28"/>
          <p:cNvSpPr txBox="1"/>
          <p:nvPr/>
        </p:nvSpPr>
        <p:spPr>
          <a:xfrm rot="0" flipH="0" flipV="0">
            <a:off x="3683000" y="5029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Gia Hân</a:t>
            </a:r>
            <a:endParaRPr sz="1100" lang="en-US"/>
          </a:p>
        </p:txBody>
      </p:sp>
      <p:sp>
        <p:nvSpPr>
          <p:cNvPr id="1048618" name="AutoShape 29"/>
          <p:cNvSpPr/>
          <p:nvPr/>
        </p:nvSpPr>
        <p:spPr>
          <a:xfrm rot="0" flipH="0" flipV="0">
            <a:off x="6477000" y="3911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19" name="AutoShape 30"/>
          <p:cNvSpPr/>
          <p:nvPr/>
        </p:nvSpPr>
        <p:spPr>
          <a:xfrm rot="0" flipH="0" flipV="0">
            <a:off x="7366000" y="4140200"/>
            <a:ext cx="762000" cy="762000"/>
          </a:xfrm>
          <a:prstGeom prst="ellipse"/>
          <a:solidFill>
            <a:srgbClr val="4A9D96">
              <a:alpha val="100000"/>
            </a:srgbClr>
          </a:solidFill>
          <a:ln w="25400" cap="flat" cmpd="sng">
            <a:noFill/>
            <a:prstDash val="solid"/>
            <a:round/>
          </a:ln>
        </p:spPr>
        <p:txBody>
          <a:bodyPr anchor="ctr" bIns="63500" lIns="63500" rIns="63500" rtlCol="0" tIns="63500" vert="horz" wrap="square"/>
          <a:p>
            <a:pPr algn="ctr"/>
          </a:p>
        </p:txBody>
      </p:sp>
      <p:sp>
        <p:nvSpPr>
          <p:cNvPr id="1048620" name="AutoShape 31"/>
          <p:cNvSpPr txBox="1"/>
          <p:nvPr/>
        </p:nvSpPr>
        <p:spPr>
          <a:xfrm rot="0" flipH="0" flipV="0">
            <a:off x="7366000" y="4140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FFFFFF"/>
                </a:solidFill>
                <a:latin typeface="Arial"/>
                <a:ea typeface="Arial"/>
                <a:cs typeface="Arial"/>
                <a:sym typeface="Arial"/>
              </a:rPr>
              <a:t>PT</a:t>
            </a:r>
            <a:endParaRPr sz="1100" lang="en-US"/>
          </a:p>
        </p:txBody>
      </p:sp>
      <p:sp>
        <p:nvSpPr>
          <p:cNvPr id="1048621" name="AutoShape 32"/>
          <p:cNvSpPr txBox="1"/>
          <p:nvPr/>
        </p:nvSpPr>
        <p:spPr>
          <a:xfrm rot="0" flipH="0" flipV="0">
            <a:off x="6477000" y="5029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Phú Trường</a:t>
            </a:r>
            <a:endParaRPr sz="1100" lang="en-US"/>
          </a:p>
        </p:txBody>
      </p:sp>
      <p:sp>
        <p:nvSpPr>
          <p:cNvPr id="1048622" name="AutoShape 33"/>
          <p:cNvSpPr/>
          <p:nvPr/>
        </p:nvSpPr>
        <p:spPr>
          <a:xfrm rot="0" flipH="0" flipV="0">
            <a:off x="9271000" y="3911600"/>
            <a:ext cx="2540000" cy="1778000"/>
          </a:xfrm>
          <a:prstGeom prst="roundRect">
            <a:avLst>
              <a:gd name="adj" fmla="val 10000"/>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23" name="AutoShape 34"/>
          <p:cNvSpPr/>
          <p:nvPr/>
        </p:nvSpPr>
        <p:spPr>
          <a:xfrm rot="0" flipH="0" flipV="0">
            <a:off x="10160000" y="4140200"/>
            <a:ext cx="762000" cy="762000"/>
          </a:xfrm>
          <a:prstGeom prst="ellipse"/>
          <a:solidFill>
            <a:srgbClr val="5B8DB8">
              <a:alpha val="100000"/>
            </a:srgbClr>
          </a:solidFill>
          <a:ln w="25400" cap="flat" cmpd="sng">
            <a:noFill/>
            <a:prstDash val="solid"/>
            <a:round/>
          </a:ln>
        </p:spPr>
        <p:txBody>
          <a:bodyPr anchor="ctr" bIns="63500" lIns="63500" rIns="63500" rtlCol="0" tIns="63500" vert="horz" wrap="square"/>
          <a:p>
            <a:pPr algn="ctr"/>
          </a:p>
        </p:txBody>
      </p:sp>
      <p:sp>
        <p:nvSpPr>
          <p:cNvPr id="1048624" name="AutoShape 35"/>
          <p:cNvSpPr txBox="1"/>
          <p:nvPr/>
        </p:nvSpPr>
        <p:spPr>
          <a:xfrm rot="0" flipH="0" flipV="0">
            <a:off x="10160000" y="4140200"/>
            <a:ext cx="762000" cy="7620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FFFFFF"/>
                </a:solidFill>
                <a:latin typeface="Arial"/>
                <a:ea typeface="Arial"/>
                <a:cs typeface="Arial"/>
                <a:sym typeface="Arial"/>
              </a:rPr>
              <a:t>MH</a:t>
            </a:r>
            <a:endParaRPr sz="1100" lang="en-US"/>
          </a:p>
        </p:txBody>
      </p:sp>
      <p:sp>
        <p:nvSpPr>
          <p:cNvPr id="1048625" name="AutoShape 36"/>
          <p:cNvSpPr txBox="1"/>
          <p:nvPr/>
        </p:nvSpPr>
        <p:spPr>
          <a:xfrm rot="0" flipH="0" flipV="0">
            <a:off x="9271000" y="5029200"/>
            <a:ext cx="2540000" cy="508000"/>
          </a:xfrm>
          <a:prstGeom prst="rect"/>
          <a:noFill/>
          <a:ln w="12700" cap="flat" cmpd="sng">
            <a:noFill/>
            <a:prstDash val="solid"/>
            <a:round/>
          </a:ln>
        </p:spPr>
        <p:txBody>
          <a:bodyPr anchor="ctr" anchorCtr="0" bIns="0" lIns="0" rIns="0" rtlCol="0" tIns="0" vert="horz" wrap="none"/>
          <a:p>
            <a:pPr algn="ctr" indent="0" marL="0">
              <a:lnSpc>
                <a:spcPct val="125000"/>
              </a:lnSpc>
            </a:pPr>
            <a:r>
              <a:rPr b="1" sz="1600" i="0" lang="en-US" strike="noStrike" u="none">
                <a:solidFill>
                  <a:srgbClr val="2B3A32"/>
                </a:solidFill>
                <a:latin typeface="Arial"/>
                <a:ea typeface="Arial"/>
                <a:cs typeface="Arial"/>
                <a:sym typeface="Arial"/>
              </a:rPr>
              <a:t>Minh Hoàng</a:t>
            </a:r>
            <a:endParaRPr sz="1100" lang="en-US"/>
          </a:p>
        </p:txBody>
      </p:sp>
      <p:cxnSp>
        <p:nvCxnSpPr>
          <p:cNvPr id="3145729" name="Connector 37"/>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626" name="AutoShape 38"/>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627" name="AutoShape 39"/>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02 / 09</a:t>
            </a:r>
            <a:endParaRPr sz="11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21" name=""/>
        <p:cNvGrpSpPr/>
        <p:nvPr/>
      </p:nvGrpSpPr>
      <p:grpSpPr>
        <a:xfrm>
          <a:off x="0" y="0"/>
          <a:ext cx="0" cy="0"/>
          <a:chOff x="0" y="0"/>
          <a:chExt cx="0" cy="0"/>
        </a:xfrm>
      </p:grpSpPr>
      <p:sp>
        <p:nvSpPr>
          <p:cNvPr id="1048634" name="AutoShape 2"/>
          <p:cNvSpPr/>
          <p:nvPr/>
        </p:nvSpPr>
        <p:spPr>
          <a:xfrm rot="0" flipH="0" flipV="0">
            <a:off x="889000" y="711200"/>
            <a:ext cx="101600" cy="457200"/>
          </a:xfrm>
          <a:prstGeom prst="roundRect">
            <a:avLst>
              <a:gd name="adj" fmla="val 50000"/>
            </a:avLst>
          </a:prstGeom>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635"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3000" i="0" lang="en-US" strike="noStrike" u="none">
                <a:solidFill>
                  <a:srgbClr val="2B3A32"/>
                </a:solidFill>
                <a:latin typeface="Arial"/>
                <a:ea typeface="Arial"/>
                <a:cs typeface="Arial"/>
                <a:sym typeface="Arial"/>
              </a:rPr>
              <a:t>Ô NHIỄM KHÔNG KHÍ LÀ GÌ?</a:t>
            </a:r>
            <a:endParaRPr sz="1100" lang="en-US"/>
          </a:p>
        </p:txBody>
      </p:sp>
      <p:sp>
        <p:nvSpPr>
          <p:cNvPr id="1048636" name="AutoShape 4"/>
          <p:cNvSpPr/>
          <p:nvPr/>
        </p:nvSpPr>
        <p:spPr>
          <a:xfrm rot="0" flipH="0" flipV="0">
            <a:off x="889000" y="1524000"/>
            <a:ext cx="10414000" cy="1117600"/>
          </a:xfrm>
          <a:prstGeom prst="roundRect">
            <a:avLst>
              <a:gd name="adj" fmla="val 18181"/>
            </a:avLst>
          </a:prstGeom>
          <a:solidFill>
            <a:srgbClr val="E0F2FB">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37" name="AutoShape 5"/>
          <p:cNvSpPr txBox="1"/>
          <p:nvPr/>
        </p:nvSpPr>
        <p:spPr>
          <a:xfrm rot="0" flipH="0" flipV="0">
            <a:off x="1168400" y="1524000"/>
            <a:ext cx="9855200" cy="1117600"/>
          </a:xfrm>
          <a:prstGeom prst="rect"/>
          <a:noFill/>
          <a:ln w="12700" cap="flat" cmpd="sng">
            <a:noFill/>
            <a:prstDash val="solid"/>
            <a:round/>
          </a:ln>
        </p:spPr>
        <p:txBody>
          <a:bodyPr anchor="ctr" anchorCtr="0" bIns="0" lIns="0" rIns="0" rtlCol="0" tIns="0" vert="horz" wrap="square"/>
          <a:p>
            <a:pPr algn="l" indent="0" marL="0">
              <a:lnSpc>
                <a:spcPct val="116666"/>
              </a:lnSpc>
            </a:pPr>
            <a:r>
              <a:rPr b="0" sz="1700" i="0" lang="en-US" strike="noStrike" u="none">
                <a:solidFill>
                  <a:srgbClr val="2B3A32"/>
                </a:solidFill>
                <a:latin typeface="Arial"/>
                <a:ea typeface="Arial"/>
                <a:cs typeface="Arial"/>
                <a:sym typeface="Arial"/>
              </a:rPr>
              <a:t>Không khí bị ô nhiễm khi </a:t>
            </a:r>
            <a:r>
              <a:rPr b="1" sz="1700" i="0" lang="en-US" strike="noStrike" u="none">
                <a:solidFill>
                  <a:srgbClr val="DB714F"/>
                </a:solidFill>
                <a:latin typeface="Arial"/>
                <a:ea typeface="Arial"/>
                <a:cs typeface="Arial"/>
                <a:sym typeface="Arial"/>
              </a:rPr>
              <a:t>thành phần của không khí bị thay đổi</a:t>
            </a:r>
            <a:r>
              <a:rPr b="0" sz="1700" i="0" lang="en-US" strike="noStrike" u="none">
                <a:solidFill>
                  <a:srgbClr val="2B3A32"/>
                </a:solidFill>
                <a:latin typeface="Arial"/>
                <a:ea typeface="Arial"/>
                <a:cs typeface="Arial"/>
                <a:sym typeface="Arial"/>
              </a:rPr>
              <a:t> theo hướng bất lợi, không còn trong lành như ban đầu.</a:t>
            </a:r>
            <a:endParaRPr sz="1100" lang="en-US"/>
          </a:p>
        </p:txBody>
      </p:sp>
      <p:sp>
        <p:nvSpPr>
          <p:cNvPr id="1048638" name="AutoShape 6"/>
          <p:cNvSpPr/>
          <p:nvPr/>
        </p:nvSpPr>
        <p:spPr>
          <a:xfrm rot="0" flipH="0" flipV="0">
            <a:off x="889000" y="2946400"/>
            <a:ext cx="3302000" cy="2540000"/>
          </a:xfrm>
          <a:prstGeom prst="roundRect">
            <a:avLst>
              <a:gd name="adj" fmla="val 8000"/>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39" name="AutoShape 7"/>
          <p:cNvSpPr txBox="1"/>
          <p:nvPr/>
        </p:nvSpPr>
        <p:spPr>
          <a:xfrm rot="0" flipH="0" flipV="0">
            <a:off x="1092200" y="3175000"/>
            <a:ext cx="2895600" cy="635000"/>
          </a:xfrm>
          <a:prstGeom prst="rect"/>
          <a:noFill/>
          <a:ln w="12700" cap="flat" cmpd="sng">
            <a:noFill/>
            <a:prstDash val="solid"/>
            <a:round/>
          </a:ln>
        </p:spPr>
        <p:txBody>
          <a:bodyPr anchor="ctr" anchorCtr="0" bIns="0" lIns="0" rIns="0" rtlCol="0" tIns="0" vert="horz" wrap="none"/>
          <a:p>
            <a:pPr algn="ctr" indent="0" marL="0">
              <a:lnSpc>
                <a:spcPct val="125000"/>
              </a:lnSpc>
            </a:pPr>
            <a:r>
              <a:rPr b="1" sz="2400" i="0" lang="en-US" strike="noStrike" u="none">
                <a:solidFill>
                  <a:srgbClr val="3D8B5F"/>
                </a:solidFill>
                <a:latin typeface="Arial"/>
                <a:ea typeface="Arial"/>
                <a:cs typeface="Arial"/>
                <a:sym typeface="Arial"/>
              </a:rPr>
              <a:t>OXYGEN</a:t>
            </a:r>
            <a:endParaRPr sz="1100" lang="en-US"/>
          </a:p>
        </p:txBody>
      </p:sp>
      <p:cxnSp>
        <p:nvCxnSpPr>
          <p:cNvPr id="3145730" name="Connector 8"/>
          <p:cNvCxnSpPr>
            <a:cxnSpLocks/>
          </p:cNvCxnSpPr>
          <p:nvPr/>
        </p:nvCxnSpPr>
        <p:spPr>
          <a:xfrm rot="-19098" flipH="0" flipV="0">
            <a:off x="1397018" y="3879850"/>
            <a:ext cx="2286000" cy="12700"/>
          </a:xfrm>
          <a:prstGeom prst="straightConnector1"/>
          <a:solidFill>
            <a:srgbClr val="DEE0E3">
              <a:alpha val="100000"/>
            </a:srgbClr>
          </a:solidFill>
          <a:ln w="12700" cap="flat" cmpd="sng">
            <a:solidFill>
              <a:srgbClr val="2B3A32">
                <a:alpha val="30000"/>
              </a:srgbClr>
            </a:solidFill>
            <a:prstDash val="solid"/>
            <a:round/>
            <a:headEnd type="none" w="med" len="med"/>
            <a:tailEnd type="none" w="med" len="med"/>
          </a:ln>
        </p:spPr>
      </p:cxnSp>
      <p:sp>
        <p:nvSpPr>
          <p:cNvPr id="1048640" name="AutoShape 9"/>
          <p:cNvSpPr txBox="1"/>
          <p:nvPr/>
        </p:nvSpPr>
        <p:spPr>
          <a:xfrm rot="0" flipH="0" flipV="0">
            <a:off x="1092200" y="4038600"/>
            <a:ext cx="2895600" cy="1270000"/>
          </a:xfrm>
          <a:prstGeom prst="rect"/>
          <a:noFill/>
          <a:ln w="12700" cap="flat" cmpd="sng">
            <a:noFill/>
            <a:prstDash val="solid"/>
            <a:round/>
          </a:ln>
        </p:spPr>
        <p:txBody>
          <a:bodyPr anchor="t" anchorCtr="0" bIns="0" lIns="0" rIns="0" rtlCol="0" tIns="0" vert="horz" wrap="square"/>
          <a:p>
            <a:pPr algn="ctr" indent="0" marL="0">
              <a:lnSpc>
                <a:spcPct val="116666"/>
              </a:lnSpc>
            </a:pPr>
            <a:r>
              <a:rPr b="0" sz="1600" i="0" lang="en-US" strike="noStrike" u="none">
                <a:solidFill>
                  <a:srgbClr val="2B3A32"/>
                </a:solidFill>
                <a:latin typeface="Arial"/>
                <a:ea typeface="Arial"/>
                <a:cs typeface="Arial"/>
                <a:sym typeface="Arial"/>
              </a:rPr>
              <a:t>Lượng oxygen trong không khí có thể </a:t>
            </a:r>
            <a:r>
              <a:rPr b="1" sz="1600" i="0" lang="en-US" strike="noStrike" u="none">
                <a:solidFill>
                  <a:srgbClr val="2B3A32"/>
                </a:solidFill>
                <a:latin typeface="Arial"/>
                <a:ea typeface="Arial"/>
                <a:cs typeface="Arial"/>
                <a:sym typeface="Arial"/>
              </a:rPr>
              <a:t>giảm đi</a:t>
            </a:r>
            <a:r>
              <a:rPr b="0" sz="1600" i="0" lang="en-US" strike="noStrike" u="none">
                <a:solidFill>
                  <a:srgbClr val="2B3A32"/>
                </a:solidFill>
                <a:latin typeface="Arial"/>
                <a:ea typeface="Arial"/>
                <a:cs typeface="Arial"/>
                <a:sym typeface="Arial"/>
              </a:rPr>
              <a:t>.</a:t>
            </a:r>
            <a:endParaRPr sz="1100" lang="en-US"/>
          </a:p>
        </p:txBody>
      </p:sp>
      <p:sp>
        <p:nvSpPr>
          <p:cNvPr id="1048641" name="AutoShape 10"/>
          <p:cNvSpPr/>
          <p:nvPr/>
        </p:nvSpPr>
        <p:spPr>
          <a:xfrm rot="0" flipH="0" flipV="0">
            <a:off x="4445000" y="2946400"/>
            <a:ext cx="3302000" cy="2540000"/>
          </a:xfrm>
          <a:prstGeom prst="roundRect">
            <a:avLst>
              <a:gd name="adj" fmla="val 8000"/>
            </a:avLst>
          </a:prstGeom>
          <a:solidFill>
            <a:srgbClr val="FFF0DC">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42" name="AutoShape 11"/>
          <p:cNvSpPr txBox="1"/>
          <p:nvPr/>
        </p:nvSpPr>
        <p:spPr>
          <a:xfrm rot="0" flipH="0" flipV="0">
            <a:off x="4648200" y="3175000"/>
            <a:ext cx="2895600" cy="635000"/>
          </a:xfrm>
          <a:prstGeom prst="rect"/>
          <a:noFill/>
          <a:ln w="12700" cap="flat" cmpd="sng">
            <a:noFill/>
            <a:prstDash val="solid"/>
            <a:round/>
          </a:ln>
        </p:spPr>
        <p:txBody>
          <a:bodyPr anchor="ctr" anchorCtr="0" bIns="0" lIns="0" rIns="0" rtlCol="0" tIns="0" vert="horz" wrap="none"/>
          <a:p>
            <a:pPr algn="ctr" indent="0" marL="0">
              <a:lnSpc>
                <a:spcPct val="125000"/>
              </a:lnSpc>
            </a:pPr>
            <a:r>
              <a:rPr b="1" sz="2600" i="0" lang="en-US" strike="noStrike" u="none">
                <a:solidFill>
                  <a:srgbClr val="DB714F"/>
                </a:solidFill>
                <a:latin typeface="Arial"/>
                <a:ea typeface="Arial"/>
                <a:cs typeface="Arial"/>
                <a:sym typeface="Arial"/>
              </a:rPr>
              <a:t>CO2</a:t>
            </a:r>
            <a:endParaRPr sz="1100" lang="en-US"/>
          </a:p>
        </p:txBody>
      </p:sp>
      <p:cxnSp>
        <p:nvCxnSpPr>
          <p:cNvPr id="3145731" name="Connector 12"/>
          <p:cNvCxnSpPr>
            <a:cxnSpLocks/>
          </p:cNvCxnSpPr>
          <p:nvPr/>
        </p:nvCxnSpPr>
        <p:spPr>
          <a:xfrm rot="-19098" flipH="0" flipV="0">
            <a:off x="4953018" y="3879850"/>
            <a:ext cx="2286000" cy="12700"/>
          </a:xfrm>
          <a:prstGeom prst="straightConnector1"/>
          <a:solidFill>
            <a:srgbClr val="DEE0E3">
              <a:alpha val="100000"/>
            </a:srgbClr>
          </a:solidFill>
          <a:ln w="12700" cap="flat" cmpd="sng">
            <a:solidFill>
              <a:srgbClr val="2B3A32">
                <a:alpha val="30000"/>
              </a:srgbClr>
            </a:solidFill>
            <a:prstDash val="solid"/>
            <a:round/>
            <a:headEnd type="none" w="med" len="med"/>
            <a:tailEnd type="none" w="med" len="med"/>
          </a:ln>
        </p:spPr>
      </p:cxnSp>
      <p:sp>
        <p:nvSpPr>
          <p:cNvPr id="1048643" name="AutoShape 13"/>
          <p:cNvSpPr txBox="1"/>
          <p:nvPr/>
        </p:nvSpPr>
        <p:spPr>
          <a:xfrm rot="0" flipH="0" flipV="0">
            <a:off x="4648200" y="4038600"/>
            <a:ext cx="2895600" cy="1270000"/>
          </a:xfrm>
          <a:prstGeom prst="rect"/>
          <a:noFill/>
          <a:ln w="12700" cap="flat" cmpd="sng">
            <a:noFill/>
            <a:prstDash val="solid"/>
            <a:round/>
          </a:ln>
        </p:spPr>
        <p:txBody>
          <a:bodyPr anchor="t" anchorCtr="0" bIns="0" lIns="0" rIns="0" rtlCol="0" tIns="0" vert="horz" wrap="square"/>
          <a:p>
            <a:pPr algn="ctr" indent="0" marL="0">
              <a:lnSpc>
                <a:spcPct val="116666"/>
              </a:lnSpc>
            </a:pPr>
            <a:r>
              <a:rPr b="0" sz="1600" i="0" lang="en-US" strike="noStrike" u="none">
                <a:solidFill>
                  <a:srgbClr val="2B3A32"/>
                </a:solidFill>
                <a:latin typeface="Arial"/>
                <a:ea typeface="Arial"/>
                <a:cs typeface="Arial"/>
                <a:sym typeface="Arial"/>
              </a:rPr>
              <a:t>Lượng carbon dioxide có thể </a:t>
            </a:r>
            <a:r>
              <a:rPr b="1" sz="1600" i="0" lang="en-US" strike="noStrike" u="none">
                <a:solidFill>
                  <a:srgbClr val="2B3A32"/>
                </a:solidFill>
                <a:latin typeface="Arial"/>
                <a:ea typeface="Arial"/>
                <a:cs typeface="Arial"/>
                <a:sym typeface="Arial"/>
              </a:rPr>
              <a:t>tăng lên</a:t>
            </a:r>
            <a:r>
              <a:rPr b="0" sz="1600" i="0" lang="en-US" strike="noStrike" u="none">
                <a:solidFill>
                  <a:srgbClr val="2B3A32"/>
                </a:solidFill>
                <a:latin typeface="Arial"/>
                <a:ea typeface="Arial"/>
                <a:cs typeface="Arial"/>
                <a:sym typeface="Arial"/>
              </a:rPr>
              <a:t>.</a:t>
            </a:r>
            <a:endParaRPr sz="1100" lang="en-US"/>
          </a:p>
        </p:txBody>
      </p:sp>
      <p:sp>
        <p:nvSpPr>
          <p:cNvPr id="1048644" name="AutoShape 14"/>
          <p:cNvSpPr/>
          <p:nvPr/>
        </p:nvSpPr>
        <p:spPr>
          <a:xfrm rot="0" flipH="0" flipV="0">
            <a:off x="8001000" y="2946400"/>
            <a:ext cx="3302000" cy="2540000"/>
          </a:xfrm>
          <a:prstGeom prst="roundRect">
            <a:avLst>
              <a:gd name="adj" fmla="val 8000"/>
            </a:avLst>
          </a:prstGeom>
          <a:solidFill>
            <a:srgbClr val="EBEBEB">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45" name="AutoShape 15"/>
          <p:cNvSpPr txBox="1"/>
          <p:nvPr/>
        </p:nvSpPr>
        <p:spPr>
          <a:xfrm rot="0" flipH="0" flipV="0">
            <a:off x="8204200" y="3175000"/>
            <a:ext cx="2895600" cy="635000"/>
          </a:xfrm>
          <a:prstGeom prst="rect"/>
          <a:noFill/>
          <a:ln w="12700" cap="flat" cmpd="sng">
            <a:noFill/>
            <a:prstDash val="solid"/>
            <a:round/>
          </a:ln>
        </p:spPr>
        <p:txBody>
          <a:bodyPr anchor="ctr" anchorCtr="0" bIns="0" lIns="0" rIns="0" rtlCol="0" tIns="0" vert="horz" wrap="none"/>
          <a:p>
            <a:pPr algn="ctr" indent="0" marL="0">
              <a:lnSpc>
                <a:spcPct val="125000"/>
              </a:lnSpc>
            </a:pPr>
            <a:r>
              <a:rPr b="1" sz="2400" i="0" lang="en-US" strike="noStrike" u="none">
                <a:solidFill>
                  <a:srgbClr val="5A5A5A"/>
                </a:solidFill>
                <a:latin typeface="Arial"/>
                <a:ea typeface="Arial"/>
                <a:cs typeface="Arial"/>
                <a:sym typeface="Arial"/>
              </a:rPr>
              <a:t>KHÍ ĐỘC</a:t>
            </a:r>
            <a:endParaRPr sz="1100" lang="en-US"/>
          </a:p>
        </p:txBody>
      </p:sp>
      <p:cxnSp>
        <p:nvCxnSpPr>
          <p:cNvPr id="3145732" name="Connector 16"/>
          <p:cNvCxnSpPr>
            <a:cxnSpLocks/>
          </p:cNvCxnSpPr>
          <p:nvPr/>
        </p:nvCxnSpPr>
        <p:spPr>
          <a:xfrm rot="-19098" flipH="0" flipV="0">
            <a:off x="8509018" y="3879850"/>
            <a:ext cx="2286000" cy="12700"/>
          </a:xfrm>
          <a:prstGeom prst="straightConnector1"/>
          <a:solidFill>
            <a:srgbClr val="DEE0E3">
              <a:alpha val="100000"/>
            </a:srgbClr>
          </a:solidFill>
          <a:ln w="12700" cap="flat" cmpd="sng">
            <a:solidFill>
              <a:srgbClr val="2B3A32">
                <a:alpha val="30000"/>
              </a:srgbClr>
            </a:solidFill>
            <a:prstDash val="solid"/>
            <a:round/>
            <a:headEnd type="none" w="med" len="med"/>
            <a:tailEnd type="none" w="med" len="med"/>
          </a:ln>
        </p:spPr>
      </p:cxnSp>
      <p:sp>
        <p:nvSpPr>
          <p:cNvPr id="1048646" name="AutoShape 17"/>
          <p:cNvSpPr txBox="1"/>
          <p:nvPr/>
        </p:nvSpPr>
        <p:spPr>
          <a:xfrm rot="0" flipH="0" flipV="0">
            <a:off x="8204200" y="4038600"/>
            <a:ext cx="2895600" cy="1270000"/>
          </a:xfrm>
          <a:prstGeom prst="rect"/>
          <a:noFill/>
          <a:ln w="12700" cap="flat" cmpd="sng">
            <a:noFill/>
            <a:prstDash val="solid"/>
            <a:round/>
          </a:ln>
        </p:spPr>
        <p:txBody>
          <a:bodyPr anchor="t" anchorCtr="0" bIns="0" lIns="0" rIns="0" rtlCol="0" tIns="0" vert="horz" wrap="square"/>
          <a:p>
            <a:pPr algn="ctr" indent="0" marL="0">
              <a:lnSpc>
                <a:spcPct val="116666"/>
              </a:lnSpc>
            </a:pPr>
            <a:r>
              <a:rPr b="0" sz="1600" i="0" lang="en-US" strike="noStrike" u="none">
                <a:solidFill>
                  <a:srgbClr val="2B3A32"/>
                </a:solidFill>
                <a:latin typeface="Arial"/>
                <a:ea typeface="Arial"/>
                <a:cs typeface="Arial"/>
                <a:sym typeface="Arial"/>
              </a:rPr>
              <a:t>Xuất hiện các khí độc hại, khói và bụi trong không khí.</a:t>
            </a:r>
            <a:endParaRPr sz="1100" lang="en-US"/>
          </a:p>
        </p:txBody>
      </p:sp>
      <p:cxnSp>
        <p:nvCxnSpPr>
          <p:cNvPr id="3145733" name="Connector 18"/>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647" name="AutoShape 19"/>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648" name="AutoShape 20"/>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03 / 09</a:t>
            </a:r>
            <a:endParaRPr sz="11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24" name=""/>
        <p:cNvGrpSpPr/>
        <p:nvPr/>
      </p:nvGrpSpPr>
      <p:grpSpPr>
        <a:xfrm>
          <a:off x="0" y="0"/>
          <a:ext cx="0" cy="0"/>
          <a:chOff x="0" y="0"/>
          <a:chExt cx="0" cy="0"/>
        </a:xfrm>
      </p:grpSpPr>
      <p:sp>
        <p:nvSpPr>
          <p:cNvPr id="1048655" name="AutoShape 2"/>
          <p:cNvSpPr/>
          <p:nvPr/>
        </p:nvSpPr>
        <p:spPr>
          <a:xfrm rot="0" flipH="0" flipV="0">
            <a:off x="889000" y="711200"/>
            <a:ext cx="101600" cy="457200"/>
          </a:xfrm>
          <a:prstGeom prst="roundRect">
            <a:avLst>
              <a:gd name="adj" fmla="val 50000"/>
            </a:avLst>
          </a:prstGeom>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656"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3000" i="0" lang="en-US" strike="noStrike" u="none">
                <a:solidFill>
                  <a:srgbClr val="2B3A32"/>
                </a:solidFill>
                <a:latin typeface="Arial"/>
                <a:ea typeface="Arial"/>
                <a:cs typeface="Arial"/>
                <a:sym typeface="Arial"/>
              </a:rPr>
              <a:t>NGUYÊN NHÂN GÂY Ô NHIỄM KHÔNG KHÍ</a:t>
            </a:r>
            <a:endParaRPr sz="1100" lang="en-US"/>
          </a:p>
        </p:txBody>
      </p:sp>
      <p:sp>
        <p:nvSpPr>
          <p:cNvPr id="1048657" name="AutoShape 4"/>
          <p:cNvSpPr txBox="1"/>
          <p:nvPr/>
        </p:nvSpPr>
        <p:spPr>
          <a:xfrm rot="0" flipH="0" flipV="0">
            <a:off x="889000" y="1320800"/>
            <a:ext cx="10414000" cy="355600"/>
          </a:xfrm>
          <a:prstGeom prst="rect"/>
          <a:noFill/>
          <a:ln w="12700" cap="flat" cmpd="sng">
            <a:noFill/>
            <a:prstDash val="solid"/>
            <a:round/>
          </a:ln>
        </p:spPr>
        <p:txBody>
          <a:bodyPr anchor="ctr" anchorCtr="0" bIns="0" lIns="0" rIns="0" rtlCol="0" tIns="0" vert="horz" wrap="none"/>
          <a:p>
            <a:pPr algn="l" indent="0" marL="0">
              <a:lnSpc>
                <a:spcPct val="125000"/>
              </a:lnSpc>
            </a:pPr>
            <a:r>
              <a:rPr b="0" sz="1500" i="0" lang="en-US" strike="noStrike" u="none">
                <a:solidFill>
                  <a:srgbClr val="787878"/>
                </a:solidFill>
                <a:latin typeface="Arial"/>
                <a:ea typeface="Arial"/>
                <a:cs typeface="Arial"/>
                <a:sym typeface="Arial"/>
              </a:rPr>
              <a:t>Có hai nhóm nguyên nhân chính: từ tự nhiên và từ hoạt động của con người.</a:t>
            </a:r>
            <a:endParaRPr sz="1100" lang="en-US"/>
          </a:p>
        </p:txBody>
      </p:sp>
      <p:sp>
        <p:nvSpPr>
          <p:cNvPr id="1048658" name="AutoShape 5"/>
          <p:cNvSpPr/>
          <p:nvPr/>
        </p:nvSpPr>
        <p:spPr>
          <a:xfrm rot="0" flipH="0" flipV="0">
            <a:off x="889000" y="1803400"/>
            <a:ext cx="5080000" cy="4267200"/>
          </a:xfrm>
          <a:prstGeom prst="roundRect">
            <a:avLst>
              <a:gd name="adj" fmla="val 4761"/>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59" name="AutoShape 6"/>
          <p:cNvSpPr/>
          <p:nvPr/>
        </p:nvSpPr>
        <p:spPr>
          <a:xfrm rot="0" flipH="0" flipV="0">
            <a:off x="889000" y="1803400"/>
            <a:ext cx="5080000" cy="660400"/>
          </a:xfrm>
          <a:prstGeom prst="roundRect">
            <a:avLst>
              <a:gd name="adj" fmla="val 30769"/>
            </a:avLst>
          </a:prstGeom>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660" name="AutoShape 7"/>
          <p:cNvSpPr txBox="1"/>
          <p:nvPr/>
        </p:nvSpPr>
        <p:spPr>
          <a:xfrm rot="0" flipH="0" flipV="0">
            <a:off x="1143000" y="1803400"/>
            <a:ext cx="4572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1900" i="0" lang="en-US" strike="noStrike" u="none">
                <a:solidFill>
                  <a:srgbClr val="FFFFFF"/>
                </a:solidFill>
                <a:latin typeface="Arial"/>
                <a:ea typeface="Arial"/>
                <a:cs typeface="Arial"/>
                <a:sym typeface="Arial"/>
              </a:rPr>
              <a:t>1. Nguyên nhân từ tự nhiên</a:t>
            </a:r>
            <a:endParaRPr sz="1100" lang="en-US"/>
          </a:p>
        </p:txBody>
      </p:sp>
      <p:pic>
        <p:nvPicPr>
          <p:cNvPr id="2097153" name="Picture 8"/>
          <p:cNvPicPr>
            <a:picLocks noChangeAspect="1"/>
          </p:cNvPicPr>
          <p:nvPr/>
        </p:nvPicPr>
        <p:blipFill>
          <a:blip xmlns:r="http://schemas.openxmlformats.org/officeDocument/2006/relationships" r:embed="rId1"/>
          <a:srcRect l="0" t="0" r="0" b="0"/>
          <a:stretch>
            <a:fillRect/>
          </a:stretch>
        </p:blipFill>
        <p:spPr>
          <a:xfrm rot="0" flipH="0" flipV="0">
            <a:off x="1143000" y="2667000"/>
            <a:ext cx="1905000" cy="1905000"/>
          </a:xfrm>
          <a:prstGeom prst="rect"/>
          <a:noFill/>
          <a:ln w="25400" cap="flat" cmpd="sng">
            <a:noFill/>
            <a:prstDash val="solid"/>
            <a:round/>
          </a:ln>
        </p:spPr>
      </p:pic>
      <p:sp>
        <p:nvSpPr>
          <p:cNvPr id="1048661" name="AutoShape 9"/>
          <p:cNvSpPr txBox="1"/>
          <p:nvPr/>
        </p:nvSpPr>
        <p:spPr>
          <a:xfrm rot="0" flipH="0" flipV="0">
            <a:off x="3238500" y="2730500"/>
            <a:ext cx="2476500" cy="1905000"/>
          </a:xfrm>
          <a:prstGeom prst="rect"/>
          <a:noFill/>
          <a:ln w="12700" cap="flat" cmpd="sng">
            <a:noFill/>
            <a:prstDash val="solid"/>
            <a:round/>
          </a:ln>
        </p:spPr>
        <p:txBody>
          <a:bodyPr anchor="t" anchorCtr="0" bIns="0" lIns="0" rIns="0" rtlCol="0" tIns="0" vert="horz" wrap="square"/>
          <a:p>
            <a:pPr algn="l" indent="-203200" marL="203200">
              <a:lnSpc>
                <a:spcPct val="133333"/>
              </a:lnSpc>
              <a:buClr>
                <a:srgbClr val="2B3A32"/>
              </a:buClr>
              <a:buChar char="•"/>
            </a:pPr>
            <a:r>
              <a:rPr b="0" sz="1600" i="0" lang="en-US" strike="noStrike" u="none">
                <a:solidFill>
                  <a:srgbClr val="2B3A32"/>
                </a:solidFill>
                <a:latin typeface="Arial"/>
                <a:ea typeface="Arial"/>
                <a:cs typeface="Arial"/>
                <a:sym typeface="Arial"/>
              </a:rPr>
              <a:t>Núi lửa phun trào, thải ra khói và tro bụi.</a:t>
            </a:r>
            <a:endParaRPr sz="1100" lang="en-US"/>
          </a:p>
          <a:p>
            <a:pPr algn="l" indent="-203200" marL="203200">
              <a:lnSpc>
                <a:spcPct val="133333"/>
              </a:lnSpc>
              <a:buClr>
                <a:srgbClr val="2B3A32"/>
              </a:buClr>
              <a:buChar char="•"/>
            </a:pPr>
            <a:r>
              <a:rPr b="0" sz="1600" i="0" lang="en-US" strike="noStrike" u="none">
                <a:solidFill>
                  <a:srgbClr val="2B3A32"/>
                </a:solidFill>
                <a:latin typeface="Arial"/>
                <a:ea typeface="Arial"/>
                <a:cs typeface="Arial"/>
                <a:sym typeface="Arial"/>
              </a:rPr>
              <a:t>Cháy rừng tự nhiên tạo ra nhiều khói.</a:t>
            </a:r>
          </a:p>
        </p:txBody>
      </p:sp>
      <p:sp>
        <p:nvSpPr>
          <p:cNvPr id="1048662" name="AutoShape 10"/>
          <p:cNvSpPr txBox="1"/>
          <p:nvPr/>
        </p:nvSpPr>
        <p:spPr>
          <a:xfrm rot="0" flipH="0" flipV="0">
            <a:off x="1143000" y="4826000"/>
            <a:ext cx="4572000" cy="1016000"/>
          </a:xfrm>
          <a:prstGeom prst="rect"/>
          <a:noFill/>
          <a:ln w="12700" cap="flat" cmpd="sng">
            <a:noFill/>
            <a:prstDash val="solid"/>
            <a:round/>
          </a:ln>
        </p:spPr>
        <p:txBody>
          <a:bodyPr anchor="t" anchorCtr="0" bIns="0" lIns="0" rIns="0" rtlCol="0" tIns="0" vert="horz" wrap="square"/>
          <a:p>
            <a:pPr algn="l" indent="0" marL="0">
              <a:lnSpc>
                <a:spcPct val="116666"/>
              </a:lnSpc>
            </a:pPr>
            <a:r>
              <a:rPr b="0" sz="1400" i="0" lang="en-US" strike="noStrike" u="none">
                <a:solidFill>
                  <a:srgbClr val="787878"/>
                </a:solidFill>
                <a:latin typeface="Arial"/>
                <a:ea typeface="Arial"/>
                <a:cs typeface="Arial"/>
                <a:sym typeface="Arial"/>
              </a:rPr>
              <a:t>Những hiện tượng này xảy ra ít thường xuyên hơn nhưng có thể gây ô nhiễm nghiêm trọng trong thời gian ngắn.</a:t>
            </a:r>
            <a:endParaRPr sz="1100" lang="en-US"/>
          </a:p>
        </p:txBody>
      </p:sp>
      <p:sp>
        <p:nvSpPr>
          <p:cNvPr id="1048663" name="AutoShape 11"/>
          <p:cNvSpPr/>
          <p:nvPr/>
        </p:nvSpPr>
        <p:spPr>
          <a:xfrm rot="0" flipH="0" flipV="0">
            <a:off x="6223000" y="1803400"/>
            <a:ext cx="5080000" cy="4267200"/>
          </a:xfrm>
          <a:prstGeom prst="roundRect">
            <a:avLst>
              <a:gd name="adj" fmla="val 4761"/>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64" name="AutoShape 12"/>
          <p:cNvSpPr/>
          <p:nvPr/>
        </p:nvSpPr>
        <p:spPr>
          <a:xfrm rot="0" flipH="0" flipV="0">
            <a:off x="6223000" y="1803400"/>
            <a:ext cx="5080000" cy="660400"/>
          </a:xfrm>
          <a:prstGeom prst="roundRect">
            <a:avLst>
              <a:gd name="adj" fmla="val 30769"/>
            </a:avLst>
          </a:prstGeom>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665" name="AutoShape 13"/>
          <p:cNvSpPr txBox="1"/>
          <p:nvPr/>
        </p:nvSpPr>
        <p:spPr>
          <a:xfrm rot="0" flipH="0" flipV="0">
            <a:off x="6477000" y="1803400"/>
            <a:ext cx="4572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1900" i="0" lang="en-US" strike="noStrike" u="none">
                <a:solidFill>
                  <a:srgbClr val="FFFFFF"/>
                </a:solidFill>
                <a:latin typeface="Arial"/>
                <a:ea typeface="Arial"/>
                <a:cs typeface="Arial"/>
                <a:sym typeface="Arial"/>
              </a:rPr>
              <a:t>2. Hoạt động của con người</a:t>
            </a:r>
            <a:endParaRPr sz="1100" lang="en-US"/>
          </a:p>
        </p:txBody>
      </p:sp>
      <p:sp>
        <p:nvSpPr>
          <p:cNvPr id="1048666" name="AutoShape 14"/>
          <p:cNvSpPr txBox="1"/>
          <p:nvPr/>
        </p:nvSpPr>
        <p:spPr>
          <a:xfrm rot="0" flipH="0" flipV="0">
            <a:off x="6477000" y="2730500"/>
            <a:ext cx="4572000" cy="3048000"/>
          </a:xfrm>
          <a:prstGeom prst="rect"/>
          <a:noFill/>
          <a:ln w="12700" cap="flat" cmpd="sng">
            <a:noFill/>
            <a:prstDash val="solid"/>
            <a:round/>
          </a:ln>
        </p:spPr>
        <p:txBody>
          <a:bodyPr anchor="t" anchorCtr="0" bIns="0" lIns="0" rIns="0" rtlCol="0" tIns="0" vert="horz" wrap="square"/>
          <a:p>
            <a:pPr algn="l" indent="-203200" marL="203200">
              <a:lnSpc>
                <a:spcPct val="158333"/>
              </a:lnSpc>
              <a:buClr>
                <a:srgbClr val="2B3A32"/>
              </a:buClr>
              <a:buChar char="•"/>
            </a:pPr>
            <a:r>
              <a:rPr b="0" sz="1600" i="0" lang="en-US" strike="noStrike" u="none">
                <a:solidFill>
                  <a:srgbClr val="2B3A32"/>
                </a:solidFill>
                <a:latin typeface="Arial"/>
                <a:ea typeface="Arial"/>
                <a:cs typeface="Arial"/>
                <a:sym typeface="Arial"/>
              </a:rPr>
              <a:t>Rác thải sinh hoạt, công nghiệp.</a:t>
            </a:r>
            <a:endParaRPr sz="1100" lang="en-US"/>
          </a:p>
          <a:p>
            <a:pPr algn="l" indent="-203200" marL="203200">
              <a:lnSpc>
                <a:spcPct val="158333"/>
              </a:lnSpc>
              <a:buClr>
                <a:srgbClr val="2B3A32"/>
              </a:buClr>
              <a:buChar char="•"/>
            </a:pPr>
            <a:r>
              <a:rPr b="0" sz="1600" i="0" lang="en-US" strike="noStrike" u="none">
                <a:solidFill>
                  <a:srgbClr val="2B3A32"/>
                </a:solidFill>
                <a:latin typeface="Arial"/>
                <a:ea typeface="Arial"/>
                <a:cs typeface="Arial"/>
                <a:sym typeface="Arial"/>
              </a:rPr>
              <a:t>Khí thải từ nhà máy, xưởng sản xuất.</a:t>
            </a:r>
          </a:p>
          <a:p>
            <a:pPr algn="l" indent="-203200" marL="203200">
              <a:lnSpc>
                <a:spcPct val="158333"/>
              </a:lnSpc>
              <a:buClr>
                <a:srgbClr val="2B3A32"/>
              </a:buClr>
              <a:buChar char="•"/>
            </a:pPr>
            <a:r>
              <a:rPr b="0" sz="1600" i="0" lang="en-US" strike="noStrike" u="none">
                <a:solidFill>
                  <a:srgbClr val="2B3A32"/>
                </a:solidFill>
                <a:latin typeface="Arial"/>
                <a:ea typeface="Arial"/>
                <a:cs typeface="Arial"/>
                <a:sym typeface="Arial"/>
              </a:rPr>
              <a:t>Hoạt động sản xuất, xây dựng.</a:t>
            </a:r>
          </a:p>
          <a:p>
            <a:pPr algn="l" indent="-203200" marL="203200">
              <a:lnSpc>
                <a:spcPct val="158333"/>
              </a:lnSpc>
              <a:buClr>
                <a:srgbClr val="2B3A32"/>
              </a:buClr>
              <a:buChar char="•"/>
            </a:pPr>
            <a:r>
              <a:rPr b="0" sz="1600" i="0" lang="en-US" strike="noStrike" u="none">
                <a:solidFill>
                  <a:srgbClr val="2B3A32"/>
                </a:solidFill>
                <a:latin typeface="Arial"/>
                <a:ea typeface="Arial"/>
                <a:cs typeface="Arial"/>
                <a:sym typeface="Arial"/>
              </a:rPr>
              <a:t>Phương tiện giao thông (xe máy, ô tô...).</a:t>
            </a:r>
          </a:p>
        </p:txBody>
      </p:sp>
      <p:cxnSp>
        <p:nvCxnSpPr>
          <p:cNvPr id="3145734" name="Connector 15"/>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667" name="AutoShape 16"/>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668" name="AutoShape 17"/>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04 / 09</a:t>
            </a:r>
            <a:endParaRPr sz="11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27" name=""/>
        <p:cNvGrpSpPr/>
        <p:nvPr/>
      </p:nvGrpSpPr>
      <p:grpSpPr>
        <a:xfrm>
          <a:off x="0" y="0"/>
          <a:ext cx="0" cy="0"/>
          <a:chOff x="0" y="0"/>
          <a:chExt cx="0" cy="0"/>
        </a:xfrm>
      </p:grpSpPr>
      <p:sp>
        <p:nvSpPr>
          <p:cNvPr id="1048675" name="AutoShape 2"/>
          <p:cNvSpPr/>
          <p:nvPr/>
        </p:nvSpPr>
        <p:spPr>
          <a:xfrm rot="0" flipH="0" flipV="0">
            <a:off x="889000" y="711200"/>
            <a:ext cx="101600" cy="457200"/>
          </a:xfrm>
          <a:prstGeom prst="roundRect">
            <a:avLst>
              <a:gd name="adj" fmla="val 50000"/>
            </a:avLst>
          </a:prstGeom>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676"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3000" i="0" lang="en-US" strike="noStrike" u="none">
                <a:solidFill>
                  <a:srgbClr val="2B3A32"/>
                </a:solidFill>
                <a:latin typeface="Arial"/>
                <a:ea typeface="Arial"/>
                <a:cs typeface="Arial"/>
                <a:sym typeface="Arial"/>
              </a:rPr>
              <a:t>MỘT SỐ NGUỒN GÂY Ô NHIỄM KHÔNG KHÍ</a:t>
            </a:r>
            <a:endParaRPr sz="1100" lang="en-US"/>
          </a:p>
        </p:txBody>
      </p:sp>
      <p:sp>
        <p:nvSpPr>
          <p:cNvPr id="1048677" name="AutoShape 4"/>
          <p:cNvSpPr/>
          <p:nvPr/>
        </p:nvSpPr>
        <p:spPr>
          <a:xfrm rot="0" flipH="0" flipV="0">
            <a:off x="889000" y="1574800"/>
            <a:ext cx="10414000" cy="736600"/>
          </a:xfrm>
          <a:prstGeom prst="roundRect">
            <a:avLst>
              <a:gd name="adj" fmla="val 24137"/>
            </a:avLst>
          </a:prstGeom>
          <a:solidFill>
            <a:srgbClr val="E0F2FB">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78" name="AutoShape 5"/>
          <p:cNvSpPr/>
          <p:nvPr/>
        </p:nvSpPr>
        <p:spPr>
          <a:xfrm rot="0" flipH="0" flipV="0">
            <a:off x="1143000" y="1714500"/>
            <a:ext cx="457200" cy="457200"/>
          </a:xfrm>
          <a:prstGeom prst="ellipse"/>
          <a:solidFill>
            <a:srgbClr val="6BBFEA">
              <a:alpha val="100000"/>
            </a:srgbClr>
          </a:solidFill>
          <a:ln w="25400" cap="flat" cmpd="sng">
            <a:noFill/>
            <a:prstDash val="solid"/>
            <a:round/>
          </a:ln>
        </p:spPr>
        <p:txBody>
          <a:bodyPr anchor="ctr" bIns="63500" lIns="63500" rIns="63500" rtlCol="0" tIns="63500" vert="horz" wrap="square"/>
          <a:p>
            <a:pPr algn="ctr"/>
          </a:p>
        </p:txBody>
      </p:sp>
      <p:sp>
        <p:nvSpPr>
          <p:cNvPr id="1048679" name="AutoShape 6"/>
          <p:cNvSpPr txBox="1"/>
          <p:nvPr/>
        </p:nvSpPr>
        <p:spPr>
          <a:xfrm rot="0" flipH="0" flipV="0">
            <a:off x="1143000" y="1714500"/>
            <a:ext cx="4572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1800" i="0" lang="en-US" strike="noStrike" u="none">
                <a:solidFill>
                  <a:srgbClr val="FFFFFF"/>
                </a:solidFill>
                <a:latin typeface="Arial"/>
                <a:ea typeface="Arial"/>
                <a:cs typeface="Arial"/>
                <a:sym typeface="Arial"/>
              </a:rPr>
              <a:t>1</a:t>
            </a:r>
            <a:endParaRPr sz="1100" lang="en-US"/>
          </a:p>
        </p:txBody>
      </p:sp>
      <p:sp>
        <p:nvSpPr>
          <p:cNvPr id="1048680" name="AutoShape 7"/>
          <p:cNvSpPr txBox="1"/>
          <p:nvPr/>
        </p:nvSpPr>
        <p:spPr>
          <a:xfrm rot="0" flipH="0" flipV="0">
            <a:off x="1803400" y="1574800"/>
            <a:ext cx="9271000" cy="736600"/>
          </a:xfrm>
          <a:prstGeom prst="rect"/>
          <a:noFill/>
          <a:ln w="12700" cap="flat" cmpd="sng">
            <a:noFill/>
            <a:prstDash val="solid"/>
            <a:round/>
          </a:ln>
        </p:spPr>
        <p:txBody>
          <a:bodyPr anchor="ctr" anchorCtr="0" bIns="0" lIns="0" rIns="0" rtlCol="0" tIns="0" vert="horz" wrap="none"/>
          <a:p>
            <a:pPr algn="l" indent="0" marL="0">
              <a:lnSpc>
                <a:spcPct val="125000"/>
              </a:lnSpc>
            </a:pPr>
            <a:r>
              <a:rPr b="0" sz="1700" i="0" lang="en-US" strike="noStrike" u="none">
                <a:solidFill>
                  <a:srgbClr val="2B3A32"/>
                </a:solidFill>
                <a:latin typeface="Arial"/>
                <a:ea typeface="Arial"/>
                <a:cs typeface="Arial"/>
                <a:sym typeface="Arial"/>
              </a:rPr>
              <a:t>Khói và khí thải từ </a:t>
            </a:r>
            <a:r>
              <a:rPr b="1" sz="1700" i="0" lang="en-US" strike="noStrike" u="none">
                <a:solidFill>
                  <a:srgbClr val="2B3A32"/>
                </a:solidFill>
                <a:latin typeface="Arial"/>
                <a:ea typeface="Arial"/>
                <a:cs typeface="Arial"/>
                <a:sym typeface="Arial"/>
              </a:rPr>
              <a:t>phương tiện giao thông</a:t>
            </a:r>
            <a:endParaRPr sz="1100" lang="en-US"/>
          </a:p>
        </p:txBody>
      </p:sp>
      <p:sp>
        <p:nvSpPr>
          <p:cNvPr id="1048681" name="AutoShape 8"/>
          <p:cNvSpPr/>
          <p:nvPr/>
        </p:nvSpPr>
        <p:spPr>
          <a:xfrm rot="0" flipH="0" flipV="0">
            <a:off x="889000" y="2438400"/>
            <a:ext cx="10414000" cy="736600"/>
          </a:xfrm>
          <a:prstGeom prst="roundRect">
            <a:avLst>
              <a:gd name="adj" fmla="val 24137"/>
            </a:avLst>
          </a:prstGeom>
          <a:solidFill>
            <a:srgbClr val="FFF0DC">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82" name="AutoShape 9"/>
          <p:cNvSpPr/>
          <p:nvPr/>
        </p:nvSpPr>
        <p:spPr>
          <a:xfrm rot="0" flipH="0" flipV="0">
            <a:off x="1143000" y="2578100"/>
            <a:ext cx="457200" cy="457200"/>
          </a:xfrm>
          <a:prstGeom prst="ellipse"/>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683" name="AutoShape 10"/>
          <p:cNvSpPr txBox="1"/>
          <p:nvPr/>
        </p:nvSpPr>
        <p:spPr>
          <a:xfrm rot="0" flipH="0" flipV="0">
            <a:off x="1143000" y="2578100"/>
            <a:ext cx="4572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1800" i="0" lang="en-US" strike="noStrike" u="none">
                <a:solidFill>
                  <a:srgbClr val="FFFFFF"/>
                </a:solidFill>
                <a:latin typeface="Arial"/>
                <a:ea typeface="Arial"/>
                <a:cs typeface="Arial"/>
                <a:sym typeface="Arial"/>
              </a:rPr>
              <a:t>2</a:t>
            </a:r>
            <a:endParaRPr sz="1100" lang="en-US"/>
          </a:p>
        </p:txBody>
      </p:sp>
      <p:sp>
        <p:nvSpPr>
          <p:cNvPr id="1048684" name="AutoShape 11"/>
          <p:cNvSpPr txBox="1"/>
          <p:nvPr/>
        </p:nvSpPr>
        <p:spPr>
          <a:xfrm rot="0" flipH="0" flipV="0">
            <a:off x="1803400" y="2438400"/>
            <a:ext cx="9271000" cy="736600"/>
          </a:xfrm>
          <a:prstGeom prst="rect"/>
          <a:noFill/>
          <a:ln w="12700" cap="flat" cmpd="sng">
            <a:noFill/>
            <a:prstDash val="solid"/>
            <a:round/>
          </a:ln>
        </p:spPr>
        <p:txBody>
          <a:bodyPr anchor="ctr" anchorCtr="0" bIns="0" lIns="0" rIns="0" rtlCol="0" tIns="0" vert="horz" wrap="none"/>
          <a:p>
            <a:pPr algn="l" indent="0" marL="0">
              <a:lnSpc>
                <a:spcPct val="125000"/>
              </a:lnSpc>
            </a:pPr>
            <a:r>
              <a:rPr b="0" sz="1700" i="0" lang="en-US" strike="noStrike" u="none">
                <a:solidFill>
                  <a:srgbClr val="2B3A32"/>
                </a:solidFill>
                <a:latin typeface="Arial"/>
                <a:ea typeface="Arial"/>
                <a:cs typeface="Arial"/>
                <a:sym typeface="Arial"/>
              </a:rPr>
              <a:t>Khí thải từ </a:t>
            </a:r>
            <a:r>
              <a:rPr b="1" sz="1700" i="0" lang="en-US" strike="noStrike" u="none">
                <a:solidFill>
                  <a:srgbClr val="2B3A32"/>
                </a:solidFill>
                <a:latin typeface="Arial"/>
                <a:ea typeface="Arial"/>
                <a:cs typeface="Arial"/>
                <a:sym typeface="Arial"/>
              </a:rPr>
              <a:t>nhà máy</a:t>
            </a:r>
            <a:r>
              <a:rPr b="0" sz="1700" i="0" lang="en-US" strike="noStrike" u="none">
                <a:solidFill>
                  <a:srgbClr val="2B3A32"/>
                </a:solidFill>
                <a:latin typeface="Arial"/>
                <a:ea typeface="Arial"/>
                <a:cs typeface="Arial"/>
                <a:sym typeface="Arial"/>
              </a:rPr>
              <a:t>, khu công nghiệp</a:t>
            </a:r>
            <a:endParaRPr sz="1100" lang="en-US"/>
          </a:p>
        </p:txBody>
      </p:sp>
      <p:sp>
        <p:nvSpPr>
          <p:cNvPr id="1048685" name="AutoShape 12"/>
          <p:cNvSpPr/>
          <p:nvPr/>
        </p:nvSpPr>
        <p:spPr>
          <a:xfrm rot="0" flipH="0" flipV="0">
            <a:off x="889000" y="3302000"/>
            <a:ext cx="10414000" cy="736600"/>
          </a:xfrm>
          <a:prstGeom prst="roundRect">
            <a:avLst>
              <a:gd name="adj" fmla="val 24137"/>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86" name="AutoShape 13"/>
          <p:cNvSpPr/>
          <p:nvPr/>
        </p:nvSpPr>
        <p:spPr>
          <a:xfrm rot="0" flipH="0" flipV="0">
            <a:off x="1143000" y="3441700"/>
            <a:ext cx="457200" cy="4572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687" name="AutoShape 14"/>
          <p:cNvSpPr txBox="1"/>
          <p:nvPr/>
        </p:nvSpPr>
        <p:spPr>
          <a:xfrm rot="0" flipH="0" flipV="0">
            <a:off x="1143000" y="3441700"/>
            <a:ext cx="4572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1800" i="0" lang="en-US" strike="noStrike" u="none">
                <a:solidFill>
                  <a:srgbClr val="FFFFFF"/>
                </a:solidFill>
                <a:latin typeface="Arial"/>
                <a:ea typeface="Arial"/>
                <a:cs typeface="Arial"/>
                <a:sym typeface="Arial"/>
              </a:rPr>
              <a:t>3</a:t>
            </a:r>
            <a:endParaRPr sz="1100" lang="en-US"/>
          </a:p>
        </p:txBody>
      </p:sp>
      <p:sp>
        <p:nvSpPr>
          <p:cNvPr id="1048688" name="AutoShape 15"/>
          <p:cNvSpPr txBox="1"/>
          <p:nvPr/>
        </p:nvSpPr>
        <p:spPr>
          <a:xfrm rot="0" flipH="0" flipV="0">
            <a:off x="1803400" y="3302000"/>
            <a:ext cx="9271000" cy="736600"/>
          </a:xfrm>
          <a:prstGeom prst="rect"/>
          <a:noFill/>
          <a:ln w="12700" cap="flat" cmpd="sng">
            <a:noFill/>
            <a:prstDash val="solid"/>
            <a:round/>
          </a:ln>
        </p:spPr>
        <p:txBody>
          <a:bodyPr anchor="ctr" anchorCtr="0" bIns="0" lIns="0" rIns="0" rtlCol="0" tIns="0" vert="horz" wrap="none"/>
          <a:p>
            <a:pPr algn="l" indent="0" marL="0">
              <a:lnSpc>
                <a:spcPct val="125000"/>
              </a:lnSpc>
            </a:pPr>
            <a:r>
              <a:rPr b="1" sz="1700" i="0" lang="en-US" strike="noStrike" u="none">
                <a:solidFill>
                  <a:srgbClr val="2B3A32"/>
                </a:solidFill>
                <a:latin typeface="Arial"/>
                <a:ea typeface="Arial"/>
                <a:cs typeface="Arial"/>
                <a:sym typeface="Arial"/>
              </a:rPr>
              <a:t>Rác thải</a:t>
            </a:r>
            <a:r>
              <a:rPr b="0" sz="1700" i="0" lang="en-US" strike="noStrike" u="none">
                <a:solidFill>
                  <a:srgbClr val="2B3A32"/>
                </a:solidFill>
                <a:latin typeface="Arial"/>
                <a:ea typeface="Arial"/>
                <a:cs typeface="Arial"/>
                <a:sym typeface="Arial"/>
              </a:rPr>
              <a:t> không được xử lí đúng cách</a:t>
            </a:r>
            <a:endParaRPr sz="1100" lang="en-US"/>
          </a:p>
        </p:txBody>
      </p:sp>
      <p:sp>
        <p:nvSpPr>
          <p:cNvPr id="1048689" name="AutoShape 16"/>
          <p:cNvSpPr/>
          <p:nvPr/>
        </p:nvSpPr>
        <p:spPr>
          <a:xfrm rot="0" flipH="0" flipV="0">
            <a:off x="889000" y="4165600"/>
            <a:ext cx="10414000" cy="736600"/>
          </a:xfrm>
          <a:prstGeom prst="roundRect">
            <a:avLst>
              <a:gd name="adj" fmla="val 24137"/>
            </a:avLst>
          </a:prstGeom>
          <a:solidFill>
            <a:srgbClr val="FFF9D6">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90" name="AutoShape 17"/>
          <p:cNvSpPr/>
          <p:nvPr/>
        </p:nvSpPr>
        <p:spPr>
          <a:xfrm rot="0" flipH="0" flipV="0">
            <a:off x="1143000" y="4305300"/>
            <a:ext cx="457200" cy="457200"/>
          </a:xfrm>
          <a:prstGeom prst="ellipse"/>
          <a:solidFill>
            <a:srgbClr val="DB714F">
              <a:alpha val="100000"/>
            </a:srgbClr>
          </a:solidFill>
          <a:ln w="25400" cap="flat" cmpd="sng">
            <a:noFill/>
            <a:prstDash val="solid"/>
            <a:round/>
          </a:ln>
        </p:spPr>
        <p:txBody>
          <a:bodyPr anchor="ctr" bIns="63500" lIns="63500" rIns="63500" rtlCol="0" tIns="63500" vert="horz" wrap="square"/>
          <a:p>
            <a:pPr algn="ctr"/>
          </a:p>
        </p:txBody>
      </p:sp>
      <p:sp>
        <p:nvSpPr>
          <p:cNvPr id="1048691" name="AutoShape 18"/>
          <p:cNvSpPr txBox="1"/>
          <p:nvPr/>
        </p:nvSpPr>
        <p:spPr>
          <a:xfrm rot="0" flipH="0" flipV="0">
            <a:off x="1143000" y="4305300"/>
            <a:ext cx="4572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1800" i="0" lang="en-US" strike="noStrike" u="none">
                <a:solidFill>
                  <a:srgbClr val="FFFFFF"/>
                </a:solidFill>
                <a:latin typeface="Arial"/>
                <a:ea typeface="Arial"/>
                <a:cs typeface="Arial"/>
                <a:sym typeface="Arial"/>
              </a:rPr>
              <a:t>4</a:t>
            </a:r>
            <a:endParaRPr sz="1100" lang="en-US"/>
          </a:p>
        </p:txBody>
      </p:sp>
      <p:sp>
        <p:nvSpPr>
          <p:cNvPr id="1048692" name="AutoShape 19"/>
          <p:cNvSpPr txBox="1"/>
          <p:nvPr/>
        </p:nvSpPr>
        <p:spPr>
          <a:xfrm rot="0" flipH="0" flipV="0">
            <a:off x="1803400" y="4165600"/>
            <a:ext cx="9271000" cy="736600"/>
          </a:xfrm>
          <a:prstGeom prst="rect"/>
          <a:noFill/>
          <a:ln w="12700" cap="flat" cmpd="sng">
            <a:noFill/>
            <a:prstDash val="solid"/>
            <a:round/>
          </a:ln>
        </p:spPr>
        <p:txBody>
          <a:bodyPr anchor="ctr" anchorCtr="0" bIns="0" lIns="0" rIns="0" rtlCol="0" tIns="0" vert="horz" wrap="none"/>
          <a:p>
            <a:pPr algn="l" indent="0" marL="0">
              <a:lnSpc>
                <a:spcPct val="125000"/>
              </a:lnSpc>
            </a:pPr>
            <a:r>
              <a:rPr b="1" sz="1700" i="0" lang="en-US" strike="noStrike" u="none">
                <a:solidFill>
                  <a:srgbClr val="2B3A32"/>
                </a:solidFill>
                <a:latin typeface="Arial"/>
                <a:ea typeface="Arial"/>
                <a:cs typeface="Arial"/>
                <a:sym typeface="Arial"/>
              </a:rPr>
              <a:t>Cháy rừng</a:t>
            </a:r>
            <a:r>
              <a:rPr b="0" sz="1700" i="0" lang="en-US" strike="noStrike" u="none">
                <a:solidFill>
                  <a:srgbClr val="2B3A32"/>
                </a:solidFill>
                <a:latin typeface="Arial"/>
                <a:ea typeface="Arial"/>
                <a:cs typeface="Arial"/>
                <a:sym typeface="Arial"/>
              </a:rPr>
              <a:t> (tự nhiên và do con người gây ra)</a:t>
            </a:r>
            <a:endParaRPr sz="1100" lang="en-US"/>
          </a:p>
        </p:txBody>
      </p:sp>
      <p:sp>
        <p:nvSpPr>
          <p:cNvPr id="1048693" name="AutoShape 20"/>
          <p:cNvSpPr/>
          <p:nvPr/>
        </p:nvSpPr>
        <p:spPr>
          <a:xfrm rot="0" flipH="0" flipV="0">
            <a:off x="889000" y="5029200"/>
            <a:ext cx="10414000" cy="736600"/>
          </a:xfrm>
          <a:prstGeom prst="roundRect">
            <a:avLst>
              <a:gd name="adj" fmla="val 24137"/>
            </a:avLst>
          </a:prstGeom>
          <a:solidFill>
            <a:srgbClr val="EBEBEB">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694" name="AutoShape 21"/>
          <p:cNvSpPr/>
          <p:nvPr/>
        </p:nvSpPr>
        <p:spPr>
          <a:xfrm rot="0" flipH="0" flipV="0">
            <a:off x="1143000" y="5168900"/>
            <a:ext cx="457200" cy="457200"/>
          </a:xfrm>
          <a:prstGeom prst="ellipse"/>
          <a:solidFill>
            <a:srgbClr val="5A5A5A">
              <a:alpha val="100000"/>
            </a:srgbClr>
          </a:solidFill>
          <a:ln w="25400" cap="flat" cmpd="sng">
            <a:noFill/>
            <a:prstDash val="solid"/>
            <a:round/>
          </a:ln>
        </p:spPr>
        <p:txBody>
          <a:bodyPr anchor="ctr" bIns="63500" lIns="63500" rIns="63500" rtlCol="0" tIns="63500" vert="horz" wrap="square"/>
          <a:p>
            <a:pPr algn="ctr"/>
          </a:p>
        </p:txBody>
      </p:sp>
      <p:sp>
        <p:nvSpPr>
          <p:cNvPr id="1048695" name="AutoShape 22"/>
          <p:cNvSpPr txBox="1"/>
          <p:nvPr/>
        </p:nvSpPr>
        <p:spPr>
          <a:xfrm rot="0" flipH="0" flipV="0">
            <a:off x="1143000" y="5168900"/>
            <a:ext cx="4572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1800" i="0" lang="en-US" strike="noStrike" u="none">
                <a:solidFill>
                  <a:srgbClr val="FFFFFF"/>
                </a:solidFill>
                <a:latin typeface="Arial"/>
                <a:ea typeface="Arial"/>
                <a:cs typeface="Arial"/>
                <a:sym typeface="Arial"/>
              </a:rPr>
              <a:t>5</a:t>
            </a:r>
            <a:endParaRPr sz="1100" lang="en-US"/>
          </a:p>
        </p:txBody>
      </p:sp>
      <p:sp>
        <p:nvSpPr>
          <p:cNvPr id="1048696" name="AutoShape 23"/>
          <p:cNvSpPr txBox="1"/>
          <p:nvPr/>
        </p:nvSpPr>
        <p:spPr>
          <a:xfrm rot="0" flipH="0" flipV="0">
            <a:off x="1803400" y="5029200"/>
            <a:ext cx="9271000" cy="736600"/>
          </a:xfrm>
          <a:prstGeom prst="rect"/>
          <a:noFill/>
          <a:ln w="12700" cap="flat" cmpd="sng">
            <a:noFill/>
            <a:prstDash val="solid"/>
            <a:round/>
          </a:ln>
        </p:spPr>
        <p:txBody>
          <a:bodyPr anchor="ctr" anchorCtr="0" bIns="0" lIns="0" rIns="0" rtlCol="0" tIns="0" vert="horz" wrap="none"/>
          <a:p>
            <a:pPr algn="l" indent="0" marL="0">
              <a:lnSpc>
                <a:spcPct val="125000"/>
              </a:lnSpc>
            </a:pPr>
            <a:r>
              <a:rPr b="0" sz="1700" i="0" lang="en-US" strike="noStrike" u="none">
                <a:solidFill>
                  <a:srgbClr val="2B3A32"/>
                </a:solidFill>
                <a:latin typeface="Arial"/>
                <a:ea typeface="Arial"/>
                <a:cs typeface="Arial"/>
                <a:sym typeface="Arial"/>
              </a:rPr>
              <a:t>Một số </a:t>
            </a:r>
            <a:r>
              <a:rPr b="1" sz="1700" i="0" lang="en-US" strike="noStrike" u="none">
                <a:solidFill>
                  <a:srgbClr val="2B3A32"/>
                </a:solidFill>
                <a:latin typeface="Arial"/>
                <a:ea typeface="Arial"/>
                <a:cs typeface="Arial"/>
                <a:sym typeface="Arial"/>
              </a:rPr>
              <a:t>hoạt động sản xuất</a:t>
            </a:r>
            <a:r>
              <a:rPr b="0" sz="1700" i="0" lang="en-US" strike="noStrike" u="none">
                <a:solidFill>
                  <a:srgbClr val="2B3A32"/>
                </a:solidFill>
                <a:latin typeface="Arial"/>
                <a:ea typeface="Arial"/>
                <a:cs typeface="Arial"/>
                <a:sym typeface="Arial"/>
              </a:rPr>
              <a:t> của con người</a:t>
            </a:r>
            <a:endParaRPr sz="1100" lang="en-US"/>
          </a:p>
        </p:txBody>
      </p:sp>
      <p:cxnSp>
        <p:nvCxnSpPr>
          <p:cNvPr id="3145735" name="Connector 24"/>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697" name="AutoShape 25"/>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698" name="AutoShape 26"/>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05 / 09</a:t>
            </a:r>
            <a:endParaRPr sz="11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30" name=""/>
        <p:cNvGrpSpPr/>
        <p:nvPr/>
      </p:nvGrpSpPr>
      <p:grpSpPr>
        <a:xfrm>
          <a:off x="0" y="0"/>
          <a:ext cx="0" cy="0"/>
          <a:chOff x="0" y="0"/>
          <a:chExt cx="0" cy="0"/>
        </a:xfrm>
      </p:grpSpPr>
      <p:sp>
        <p:nvSpPr>
          <p:cNvPr id="1048705" name="AutoShape 2"/>
          <p:cNvSpPr/>
          <p:nvPr/>
        </p:nvSpPr>
        <p:spPr>
          <a:xfrm rot="0" flipH="0" flipV="0">
            <a:off x="889000" y="711200"/>
            <a:ext cx="101600" cy="457200"/>
          </a:xfrm>
          <a:prstGeom prst="roundRect">
            <a:avLst>
              <a:gd name="adj" fmla="val 50000"/>
            </a:avLst>
          </a:prstGeom>
          <a:solidFill>
            <a:srgbClr val="DB714F">
              <a:alpha val="100000"/>
            </a:srgbClr>
          </a:solidFill>
          <a:ln w="25400" cap="flat" cmpd="sng">
            <a:noFill/>
            <a:prstDash val="solid"/>
            <a:round/>
          </a:ln>
        </p:spPr>
        <p:txBody>
          <a:bodyPr anchor="ctr" bIns="63500" lIns="63500" rIns="63500" rtlCol="0" tIns="63500" vert="horz" wrap="square"/>
          <a:p>
            <a:pPr algn="ctr"/>
          </a:p>
        </p:txBody>
      </p:sp>
      <p:sp>
        <p:nvSpPr>
          <p:cNvPr id="1048706"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3000" i="0" lang="en-US" strike="noStrike" u="none">
                <a:solidFill>
                  <a:srgbClr val="2B3A32"/>
                </a:solidFill>
                <a:latin typeface="Arial"/>
                <a:ea typeface="Arial"/>
                <a:cs typeface="Arial"/>
                <a:sym typeface="Arial"/>
              </a:rPr>
              <a:t>HẬU QUẢ ĐỐI VỚI MÔI TRƯỜNG</a:t>
            </a:r>
            <a:endParaRPr sz="1100" lang="en-US"/>
          </a:p>
        </p:txBody>
      </p:sp>
      <p:sp>
        <p:nvSpPr>
          <p:cNvPr id="1048707" name="AutoShape 4"/>
          <p:cNvSpPr/>
          <p:nvPr/>
        </p:nvSpPr>
        <p:spPr>
          <a:xfrm rot="0" flipH="0" flipV="0">
            <a:off x="889000" y="1625600"/>
            <a:ext cx="6096000" cy="2057400"/>
          </a:xfrm>
          <a:prstGeom prst="roundRect">
            <a:avLst>
              <a:gd name="adj" fmla="val 9876"/>
            </a:avLst>
          </a:prstGeom>
          <a:solidFill>
            <a:srgbClr val="FFF0DC">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08" name="AutoShape 5"/>
          <p:cNvSpPr txBox="1"/>
          <p:nvPr/>
        </p:nvSpPr>
        <p:spPr>
          <a:xfrm rot="0" flipH="0" flipV="0">
            <a:off x="1143000" y="1803400"/>
            <a:ext cx="5588000" cy="406400"/>
          </a:xfrm>
          <a:prstGeom prst="rect"/>
          <a:noFill/>
          <a:ln w="12700" cap="flat" cmpd="sng">
            <a:noFill/>
            <a:prstDash val="solid"/>
            <a:round/>
          </a:ln>
        </p:spPr>
        <p:txBody>
          <a:bodyPr anchor="ctr" anchorCtr="0" bIns="0" lIns="0" rIns="0" rtlCol="0" tIns="0" vert="horz" wrap="none"/>
          <a:p>
            <a:pPr algn="l" indent="0" marL="0">
              <a:lnSpc>
                <a:spcPct val="125000"/>
              </a:lnSpc>
            </a:pPr>
            <a:r>
              <a:rPr b="1" sz="1800" i="0" lang="en-US" strike="noStrike" u="none">
                <a:solidFill>
                  <a:srgbClr val="DB714F"/>
                </a:solidFill>
                <a:latin typeface="Arial"/>
                <a:ea typeface="Arial"/>
                <a:cs typeface="Arial"/>
                <a:sym typeface="Arial"/>
              </a:rPr>
              <a:t>TRÁI ĐẤT NÓNG LÊN</a:t>
            </a:r>
            <a:endParaRPr sz="1100" lang="en-US"/>
          </a:p>
        </p:txBody>
      </p:sp>
      <p:sp>
        <p:nvSpPr>
          <p:cNvPr id="1048709" name="AutoShape 6"/>
          <p:cNvSpPr txBox="1"/>
          <p:nvPr/>
        </p:nvSpPr>
        <p:spPr>
          <a:xfrm rot="0" flipH="0" flipV="0">
            <a:off x="1143000" y="2286000"/>
            <a:ext cx="5588000" cy="1219200"/>
          </a:xfrm>
          <a:prstGeom prst="rect"/>
          <a:noFill/>
          <a:ln w="12700" cap="flat" cmpd="sng">
            <a:noFill/>
            <a:prstDash val="solid"/>
            <a:round/>
          </a:ln>
        </p:spPr>
        <p:txBody>
          <a:bodyPr anchor="t" anchorCtr="0" bIns="0" lIns="0" rIns="0" rtlCol="0" tIns="0" vert="horz" wrap="square"/>
          <a:p>
            <a:pPr algn="l" indent="0" marL="0">
              <a:lnSpc>
                <a:spcPct val="141666"/>
              </a:lnSpc>
            </a:pPr>
            <a:r>
              <a:rPr b="0" sz="1600" i="0" lang="en-US" strike="noStrike" u="none">
                <a:solidFill>
                  <a:srgbClr val="2B3A32"/>
                </a:solidFill>
                <a:latin typeface="Arial"/>
                <a:ea typeface="Arial"/>
                <a:cs typeface="Arial"/>
                <a:sym typeface="Arial"/>
              </a:rPr>
              <a:t>Lượng </a:t>
            </a:r>
            <a:r>
              <a:rPr b="1" sz="1600" i="0" lang="en-US" strike="noStrike" u="none">
                <a:solidFill>
                  <a:srgbClr val="2B3A32"/>
                </a:solidFill>
                <a:latin typeface="Arial"/>
                <a:ea typeface="Arial"/>
                <a:cs typeface="Arial"/>
                <a:sym typeface="Arial"/>
              </a:rPr>
              <a:t>carbon dioxide</a:t>
            </a:r>
            <a:r>
              <a:rPr b="0" sz="1600" i="0" lang="en-US" strike="noStrike" u="none">
                <a:solidFill>
                  <a:srgbClr val="2B3A32"/>
                </a:solidFill>
                <a:latin typeface="Arial"/>
                <a:ea typeface="Arial"/>
                <a:cs typeface="Arial"/>
                <a:sym typeface="Arial"/>
              </a:rPr>
              <a:t> tăng lên</a:t>
            </a:r>
            <a:endParaRPr sz="1100" lang="en-US"/>
          </a:p>
          <a:p>
            <a:pPr algn="l" indent="0" marL="0">
              <a:lnSpc>
                <a:spcPct val="141666"/>
              </a:lnSpc>
            </a:pPr>
            <a:r>
              <a:rPr b="1" sz="1600" i="0" lang="en-US" strike="noStrike" u="none">
                <a:solidFill>
                  <a:srgbClr val="DB714F"/>
                </a:solidFill>
                <a:latin typeface="Arial"/>
                <a:ea typeface="Arial"/>
                <a:cs typeface="Arial"/>
                <a:sym typeface="Arial"/>
              </a:rPr>
              <a:t>→</a:t>
            </a:r>
            <a:r>
              <a:rPr b="0" sz="1600" i="0" lang="en-US" strike="noStrike" u="none">
                <a:solidFill>
                  <a:srgbClr val="2B3A32"/>
                </a:solidFill>
                <a:latin typeface="Arial"/>
                <a:ea typeface="Arial"/>
                <a:cs typeface="Arial"/>
                <a:sym typeface="Arial"/>
              </a:rPr>
              <a:t> Góp phần gây </a:t>
            </a:r>
            <a:r>
              <a:rPr b="1" sz="1600" i="0" lang="en-US" strike="noStrike" u="none">
                <a:solidFill>
                  <a:srgbClr val="2B3A32"/>
                </a:solidFill>
                <a:latin typeface="Arial"/>
                <a:ea typeface="Arial"/>
                <a:cs typeface="Arial"/>
                <a:sym typeface="Arial"/>
              </a:rPr>
              <a:t>hiệu ứng nhà kính</a:t>
            </a:r>
            <a:r>
              <a:rPr b="0" sz="1600" i="0" lang="en-US" strike="noStrike" u="none">
                <a:solidFill>
                  <a:srgbClr val="2B3A32"/>
                </a:solidFill>
                <a:latin typeface="Arial"/>
                <a:ea typeface="Arial"/>
                <a:cs typeface="Arial"/>
                <a:sym typeface="Arial"/>
              </a:rPr>
              <a:t/>
            </a:r>
          </a:p>
          <a:p>
            <a:pPr algn="l" indent="0" marL="0">
              <a:lnSpc>
                <a:spcPct val="141666"/>
              </a:lnSpc>
            </a:pPr>
            <a:r>
              <a:rPr b="1" sz="1600" i="0" lang="en-US" strike="noStrike" u="none">
                <a:solidFill>
                  <a:srgbClr val="DB714F"/>
                </a:solidFill>
                <a:latin typeface="Arial"/>
                <a:ea typeface="Arial"/>
                <a:cs typeface="Arial"/>
                <a:sym typeface="Arial"/>
              </a:rPr>
              <a:t>→</a:t>
            </a:r>
            <a:r>
              <a:rPr b="0" sz="1600" i="0" lang="en-US" strike="noStrike" u="none">
                <a:solidFill>
                  <a:srgbClr val="2B3A32"/>
                </a:solidFill>
                <a:latin typeface="Arial"/>
                <a:ea typeface="Arial"/>
                <a:cs typeface="Arial"/>
                <a:sym typeface="Arial"/>
              </a:rPr>
              <a:t> Làm Trái Đất </a:t>
            </a:r>
            <a:r>
              <a:rPr b="1" sz="1600" i="0" lang="en-US" strike="noStrike" u="none">
                <a:solidFill>
                  <a:srgbClr val="2B3A32"/>
                </a:solidFill>
                <a:latin typeface="Arial"/>
                <a:ea typeface="Arial"/>
                <a:cs typeface="Arial"/>
                <a:sym typeface="Arial"/>
              </a:rPr>
              <a:t>nóng lên</a:t>
            </a:r>
          </a:p>
        </p:txBody>
      </p:sp>
      <p:sp>
        <p:nvSpPr>
          <p:cNvPr id="1048710" name="AutoShape 7"/>
          <p:cNvSpPr/>
          <p:nvPr/>
        </p:nvSpPr>
        <p:spPr>
          <a:xfrm rot="0" flipH="0" flipV="0">
            <a:off x="889000" y="3886200"/>
            <a:ext cx="6096000" cy="2057400"/>
          </a:xfrm>
          <a:prstGeom prst="roundRect">
            <a:avLst>
              <a:gd name="adj" fmla="val 9876"/>
            </a:avLst>
          </a:prstGeom>
          <a:solidFill>
            <a:srgbClr val="E0F2FB">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11" name="AutoShape 8"/>
          <p:cNvSpPr txBox="1"/>
          <p:nvPr/>
        </p:nvSpPr>
        <p:spPr>
          <a:xfrm rot="0" flipH="0" flipV="0">
            <a:off x="1143000" y="4064000"/>
            <a:ext cx="5588000" cy="406400"/>
          </a:xfrm>
          <a:prstGeom prst="rect"/>
          <a:noFill/>
          <a:ln w="12700" cap="flat" cmpd="sng">
            <a:noFill/>
            <a:prstDash val="solid"/>
            <a:round/>
          </a:ln>
        </p:spPr>
        <p:txBody>
          <a:bodyPr anchor="ctr" anchorCtr="0" bIns="0" lIns="0" rIns="0" rtlCol="0" tIns="0" vert="horz" wrap="none"/>
          <a:p>
            <a:pPr algn="l" indent="0" marL="0">
              <a:lnSpc>
                <a:spcPct val="125000"/>
              </a:lnSpc>
            </a:pPr>
            <a:r>
              <a:rPr b="1" sz="1800" i="0" lang="en-US" strike="noStrike" u="none">
                <a:solidFill>
                  <a:srgbClr val="3B6EA0"/>
                </a:solidFill>
                <a:latin typeface="Arial"/>
                <a:ea typeface="Arial"/>
                <a:cs typeface="Arial"/>
                <a:sym typeface="Arial"/>
              </a:rPr>
              <a:t>MƯA ACID</a:t>
            </a:r>
            <a:endParaRPr sz="1100" lang="en-US"/>
          </a:p>
        </p:txBody>
      </p:sp>
      <p:sp>
        <p:nvSpPr>
          <p:cNvPr id="1048712" name="AutoShape 9"/>
          <p:cNvSpPr txBox="1"/>
          <p:nvPr/>
        </p:nvSpPr>
        <p:spPr>
          <a:xfrm rot="0" flipH="0" flipV="0">
            <a:off x="1143000" y="4546600"/>
            <a:ext cx="5588000" cy="1219200"/>
          </a:xfrm>
          <a:prstGeom prst="rect"/>
          <a:noFill/>
          <a:ln w="12700" cap="flat" cmpd="sng">
            <a:noFill/>
            <a:prstDash val="solid"/>
            <a:round/>
          </a:ln>
        </p:spPr>
        <p:txBody>
          <a:bodyPr anchor="t" anchorCtr="0" bIns="0" lIns="0" rIns="0" rtlCol="0" tIns="0" vert="horz" wrap="square"/>
          <a:p>
            <a:pPr algn="l" indent="0" marL="0">
              <a:lnSpc>
                <a:spcPct val="141666"/>
              </a:lnSpc>
            </a:pPr>
            <a:r>
              <a:rPr b="0" sz="1600" i="0" lang="en-US" strike="noStrike" u="none">
                <a:solidFill>
                  <a:srgbClr val="2B3A32"/>
                </a:solidFill>
                <a:latin typeface="Arial"/>
                <a:ea typeface="Arial"/>
                <a:cs typeface="Arial"/>
                <a:sym typeface="Arial"/>
              </a:rPr>
              <a:t>Một số </a:t>
            </a:r>
            <a:r>
              <a:rPr b="1" sz="1600" i="0" lang="en-US" strike="noStrike" u="none">
                <a:solidFill>
                  <a:srgbClr val="2B3A32"/>
                </a:solidFill>
                <a:latin typeface="Arial"/>
                <a:ea typeface="Arial"/>
                <a:cs typeface="Arial"/>
                <a:sym typeface="Arial"/>
              </a:rPr>
              <a:t>khí gây ô nhiễm</a:t>
            </a:r>
            <a:r>
              <a:rPr b="0" sz="1600" i="0" lang="en-US" strike="noStrike" u="none">
                <a:solidFill>
                  <a:srgbClr val="2B3A32"/>
                </a:solidFill>
                <a:latin typeface="Arial"/>
                <a:ea typeface="Arial"/>
                <a:cs typeface="Arial"/>
                <a:sym typeface="Arial"/>
              </a:rPr>
              <a:t> trong không khí</a:t>
            </a:r>
            <a:endParaRPr sz="1100" lang="en-US"/>
          </a:p>
          <a:p>
            <a:pPr algn="l" indent="0" marL="0">
              <a:lnSpc>
                <a:spcPct val="141666"/>
              </a:lnSpc>
            </a:pPr>
            <a:r>
              <a:rPr b="1" sz="1600" i="0" lang="en-US" strike="noStrike" u="none">
                <a:solidFill>
                  <a:srgbClr val="3B6EA0"/>
                </a:solidFill>
                <a:latin typeface="Arial"/>
                <a:ea typeface="Arial"/>
                <a:cs typeface="Arial"/>
                <a:sym typeface="Arial"/>
              </a:rPr>
              <a:t>→</a:t>
            </a:r>
            <a:r>
              <a:rPr b="0" sz="1600" i="0" lang="en-US" strike="noStrike" u="none">
                <a:solidFill>
                  <a:srgbClr val="2B3A32"/>
                </a:solidFill>
                <a:latin typeface="Arial"/>
                <a:ea typeface="Arial"/>
                <a:cs typeface="Arial"/>
                <a:sym typeface="Arial"/>
              </a:rPr>
              <a:t> Tạo ra </a:t>
            </a:r>
            <a:r>
              <a:rPr b="1" sz="1600" i="0" lang="en-US" strike="noStrike" u="none">
                <a:solidFill>
                  <a:srgbClr val="2B3A32"/>
                </a:solidFill>
                <a:latin typeface="Arial"/>
                <a:ea typeface="Arial"/>
                <a:cs typeface="Arial"/>
                <a:sym typeface="Arial"/>
              </a:rPr>
              <a:t>mưa acid</a:t>
            </a:r>
            <a:r>
              <a:rPr b="0" sz="1600" i="0" lang="en-US" strike="noStrike" u="none">
                <a:solidFill>
                  <a:srgbClr val="2B3A32"/>
                </a:solidFill>
                <a:latin typeface="Arial"/>
                <a:ea typeface="Arial"/>
                <a:cs typeface="Arial"/>
                <a:sym typeface="Arial"/>
              </a:rPr>
              <a:t/>
            </a:r>
          </a:p>
          <a:p>
            <a:pPr algn="l" indent="0" marL="0">
              <a:lnSpc>
                <a:spcPct val="141666"/>
              </a:lnSpc>
            </a:pPr>
            <a:r>
              <a:rPr b="1" sz="1600" i="0" lang="en-US" strike="noStrike" u="none">
                <a:solidFill>
                  <a:srgbClr val="3B6EA0"/>
                </a:solidFill>
                <a:latin typeface="Arial"/>
                <a:ea typeface="Arial"/>
                <a:cs typeface="Arial"/>
                <a:sym typeface="Arial"/>
              </a:rPr>
              <a:t>→</a:t>
            </a:r>
            <a:r>
              <a:rPr b="0" sz="1600" i="0" lang="en-US" strike="noStrike" u="none">
                <a:solidFill>
                  <a:srgbClr val="2B3A32"/>
                </a:solidFill>
                <a:latin typeface="Arial"/>
                <a:ea typeface="Arial"/>
                <a:cs typeface="Arial"/>
                <a:sym typeface="Arial"/>
              </a:rPr>
              <a:t> Phá hủy </a:t>
            </a:r>
            <a:r>
              <a:rPr b="1" sz="1600" i="0" lang="en-US" strike="noStrike" u="none">
                <a:solidFill>
                  <a:srgbClr val="2B3A32"/>
                </a:solidFill>
                <a:latin typeface="Arial"/>
                <a:ea typeface="Arial"/>
                <a:cs typeface="Arial"/>
                <a:sym typeface="Arial"/>
              </a:rPr>
              <a:t>công trình xây dựng</a:t>
            </a:r>
            <a:r>
              <a:rPr b="0" sz="1600" i="0" lang="en-US" strike="noStrike" u="none">
                <a:solidFill>
                  <a:srgbClr val="2B3A32"/>
                </a:solidFill>
                <a:latin typeface="Arial"/>
                <a:ea typeface="Arial"/>
                <a:cs typeface="Arial"/>
                <a:sym typeface="Arial"/>
              </a:rPr>
              <a:t> và cây cối</a:t>
            </a:r>
          </a:p>
        </p:txBody>
      </p:sp>
      <p:pic>
        <p:nvPicPr>
          <p:cNvPr id="2097154" name="Picture 10"/>
          <p:cNvPicPr>
            <a:picLocks noChangeAspect="1"/>
          </p:cNvPicPr>
          <p:nvPr/>
        </p:nvPicPr>
        <p:blipFill>
          <a:blip xmlns:r="http://schemas.openxmlformats.org/officeDocument/2006/relationships" r:embed="rId1"/>
          <a:srcRect l="0" t="0" r="0" b="0"/>
          <a:stretch>
            <a:fillRect/>
          </a:stretch>
        </p:blipFill>
        <p:spPr>
          <a:xfrm rot="0" flipH="0" flipV="0">
            <a:off x="7429500" y="1651000"/>
            <a:ext cx="4064000" cy="4064000"/>
          </a:xfrm>
          <a:prstGeom prst="rect"/>
          <a:noFill/>
          <a:ln w="25400" cap="flat" cmpd="sng">
            <a:noFill/>
            <a:prstDash val="solid"/>
            <a:round/>
          </a:ln>
        </p:spPr>
      </p:pic>
      <p:sp>
        <p:nvSpPr>
          <p:cNvPr id="1048713" name="AutoShape 11"/>
          <p:cNvSpPr txBox="1"/>
          <p:nvPr/>
        </p:nvSpPr>
        <p:spPr>
          <a:xfrm rot="0" flipH="0" flipV="0">
            <a:off x="7429500" y="5791200"/>
            <a:ext cx="4064000" cy="355600"/>
          </a:xfrm>
          <a:prstGeom prst="rect"/>
          <a:noFill/>
          <a:ln w="12700" cap="flat" cmpd="sng">
            <a:noFill/>
            <a:prstDash val="solid"/>
            <a:round/>
          </a:ln>
        </p:spPr>
        <p:txBody>
          <a:bodyPr anchor="ctr" anchorCtr="0" bIns="0" lIns="0" rIns="0" rtlCol="0" tIns="0" vert="horz" wrap="square"/>
          <a:p>
            <a:pPr algn="ctr" indent="0" marL="0">
              <a:lnSpc>
                <a:spcPct val="125000"/>
              </a:lnSpc>
            </a:pPr>
            <a:r>
              <a:rPr b="0" sz="1200" i="0" lang="en-US" strike="noStrike" u="none">
                <a:solidFill>
                  <a:srgbClr val="787878"/>
                </a:solidFill>
                <a:latin typeface="Arial"/>
                <a:ea typeface="Arial"/>
                <a:cs typeface="Arial"/>
                <a:sym typeface="Arial"/>
              </a:rPr>
              <a:t>Gây hiệu ứng nhà kính và mưa acid</a:t>
            </a:r>
            <a:endParaRPr sz="1100" lang="en-US"/>
          </a:p>
        </p:txBody>
      </p:sp>
      <p:cxnSp>
        <p:nvCxnSpPr>
          <p:cNvPr id="3145736" name="Connector 12"/>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714" name="AutoShape 13"/>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715" name="AutoShape 14"/>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06 / 09</a:t>
            </a:r>
            <a:endParaRPr sz="11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33" name=""/>
        <p:cNvGrpSpPr/>
        <p:nvPr/>
      </p:nvGrpSpPr>
      <p:grpSpPr>
        <a:xfrm>
          <a:off x="0" y="0"/>
          <a:ext cx="0" cy="0"/>
          <a:chOff x="0" y="0"/>
          <a:chExt cx="0" cy="0"/>
        </a:xfrm>
      </p:grpSpPr>
      <p:sp>
        <p:nvSpPr>
          <p:cNvPr id="1048722" name="AutoShape 2"/>
          <p:cNvSpPr/>
          <p:nvPr/>
        </p:nvSpPr>
        <p:spPr>
          <a:xfrm rot="0" flipH="0" flipV="0">
            <a:off x="889000" y="711200"/>
            <a:ext cx="101600" cy="457200"/>
          </a:xfrm>
          <a:prstGeom prst="roundRect">
            <a:avLst>
              <a:gd name="adj" fmla="val 50000"/>
            </a:avLst>
          </a:prstGeom>
          <a:solidFill>
            <a:srgbClr val="DB714F">
              <a:alpha val="100000"/>
            </a:srgbClr>
          </a:solidFill>
          <a:ln w="25400" cap="flat" cmpd="sng">
            <a:noFill/>
            <a:prstDash val="solid"/>
            <a:round/>
          </a:ln>
        </p:spPr>
        <p:txBody>
          <a:bodyPr anchor="ctr" bIns="63500" lIns="63500" rIns="63500" rtlCol="0" tIns="63500" vert="horz" wrap="square"/>
          <a:p>
            <a:pPr algn="ctr"/>
          </a:p>
        </p:txBody>
      </p:sp>
      <p:sp>
        <p:nvSpPr>
          <p:cNvPr id="1048723"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3000" i="0" lang="en-US" strike="noStrike" u="none">
                <a:solidFill>
                  <a:srgbClr val="2B3A32"/>
                </a:solidFill>
                <a:latin typeface="Arial"/>
                <a:ea typeface="Arial"/>
                <a:cs typeface="Arial"/>
                <a:sym typeface="Arial"/>
              </a:rPr>
              <a:t>HẬU QUẢ ĐỐI VỚI CON NGƯỜI</a:t>
            </a:r>
            <a:endParaRPr sz="1100" lang="en-US"/>
          </a:p>
        </p:txBody>
      </p:sp>
      <p:sp>
        <p:nvSpPr>
          <p:cNvPr id="1048724" name="AutoShape 4"/>
          <p:cNvSpPr/>
          <p:nvPr/>
        </p:nvSpPr>
        <p:spPr>
          <a:xfrm rot="0" flipH="0" flipV="0">
            <a:off x="889000" y="1778000"/>
            <a:ext cx="3302000" cy="4064000"/>
          </a:xfrm>
          <a:prstGeom prst="roundRect">
            <a:avLst>
              <a:gd name="adj" fmla="val 6153"/>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25" name="AutoShape 5"/>
          <p:cNvSpPr/>
          <p:nvPr/>
        </p:nvSpPr>
        <p:spPr>
          <a:xfrm rot="0" flipH="0" flipV="0">
            <a:off x="2032000" y="2133600"/>
            <a:ext cx="1016000" cy="1016000"/>
          </a:xfrm>
          <a:prstGeom prst="ellipse"/>
          <a:solidFill>
            <a:srgbClr val="DB714F">
              <a:alpha val="100000"/>
            </a:srgbClr>
          </a:solidFill>
          <a:ln w="25400" cap="flat" cmpd="sng">
            <a:noFill/>
            <a:prstDash val="solid"/>
            <a:round/>
          </a:ln>
        </p:spPr>
        <p:txBody>
          <a:bodyPr anchor="ctr" bIns="63500" lIns="63500" rIns="63500" rtlCol="0" tIns="63500" vert="horz" wrap="square"/>
          <a:p>
            <a:pPr algn="ctr"/>
          </a:p>
        </p:txBody>
      </p:sp>
      <p:sp>
        <p:nvSpPr>
          <p:cNvPr id="1048726" name="AutoShape 6"/>
          <p:cNvSpPr txBox="1"/>
          <p:nvPr/>
        </p:nvSpPr>
        <p:spPr>
          <a:xfrm rot="0" flipH="0" flipV="0">
            <a:off x="2032000" y="2133600"/>
            <a:ext cx="1016000" cy="1016000"/>
          </a:xfrm>
          <a:prstGeom prst="rect"/>
          <a:noFill/>
          <a:ln w="12700" cap="flat" cmpd="sng">
            <a:noFill/>
            <a:prstDash val="solid"/>
            <a:round/>
          </a:ln>
        </p:spPr>
        <p:txBody>
          <a:bodyPr anchor="ctr" anchorCtr="0" bIns="0" lIns="0" rIns="0" rtlCol="0" tIns="0" vert="horz" wrap="none"/>
          <a:p>
            <a:pPr algn="ctr" indent="0" marL="0">
              <a:lnSpc>
                <a:spcPct val="125000"/>
              </a:lnSpc>
            </a:pPr>
            <a:r>
              <a:rPr b="1" sz="3400" i="0" lang="en-US" strike="noStrike" u="none">
                <a:solidFill>
                  <a:srgbClr val="FFFFFF"/>
                </a:solidFill>
                <a:latin typeface="Arial"/>
                <a:ea typeface="Arial"/>
                <a:cs typeface="Arial"/>
                <a:sym typeface="Arial"/>
              </a:rPr>
              <a:t>1</a:t>
            </a:r>
            <a:endParaRPr sz="1100" lang="en-US"/>
          </a:p>
        </p:txBody>
      </p:sp>
      <p:sp>
        <p:nvSpPr>
          <p:cNvPr id="1048727" name="AutoShape 7"/>
          <p:cNvSpPr txBox="1"/>
          <p:nvPr/>
        </p:nvSpPr>
        <p:spPr>
          <a:xfrm rot="0" flipH="0" flipV="0">
            <a:off x="1092200" y="3327400"/>
            <a:ext cx="2895600" cy="711200"/>
          </a:xfrm>
          <a:prstGeom prst="rect"/>
          <a:noFill/>
          <a:ln w="12700" cap="flat" cmpd="sng">
            <a:noFill/>
            <a:prstDash val="solid"/>
            <a:round/>
          </a:ln>
        </p:spPr>
        <p:txBody>
          <a:bodyPr anchor="t" anchorCtr="0" bIns="0" lIns="0" rIns="0" rtlCol="0" tIns="0" vert="horz" wrap="square"/>
          <a:p>
            <a:pPr algn="ctr" indent="0" marL="0">
              <a:lnSpc>
                <a:spcPct val="108333"/>
              </a:lnSpc>
            </a:pPr>
            <a:r>
              <a:rPr b="1" sz="1700" i="0" lang="en-US" strike="noStrike" u="none">
                <a:solidFill>
                  <a:srgbClr val="DB714F"/>
                </a:solidFill>
                <a:latin typeface="Arial"/>
                <a:ea typeface="Arial"/>
                <a:cs typeface="Arial"/>
                <a:sym typeface="Arial"/>
              </a:rPr>
              <a:t>ẢNH HƯỞNG ĐẾN SỨC KHỎE</a:t>
            </a:r>
            <a:endParaRPr sz="1100" lang="en-US"/>
          </a:p>
        </p:txBody>
      </p:sp>
      <p:cxnSp>
        <p:nvCxnSpPr>
          <p:cNvPr id="3145737" name="Connector 8"/>
          <p:cNvCxnSpPr>
            <a:cxnSpLocks/>
          </p:cNvCxnSpPr>
          <p:nvPr/>
        </p:nvCxnSpPr>
        <p:spPr>
          <a:xfrm rot="-19098" flipH="0" flipV="0">
            <a:off x="1397018" y="4133850"/>
            <a:ext cx="2286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728" name="AutoShape 9"/>
          <p:cNvSpPr txBox="1"/>
          <p:nvPr/>
        </p:nvSpPr>
        <p:spPr>
          <a:xfrm rot="0" flipH="0" flipV="0">
            <a:off x="1092200" y="4318000"/>
            <a:ext cx="2895600" cy="1270000"/>
          </a:xfrm>
          <a:prstGeom prst="rect"/>
          <a:noFill/>
          <a:ln w="12700" cap="flat" cmpd="sng">
            <a:noFill/>
            <a:prstDash val="solid"/>
            <a:round/>
          </a:ln>
        </p:spPr>
        <p:txBody>
          <a:bodyPr anchor="t" anchorCtr="0" bIns="0" lIns="0" rIns="0" rtlCol="0" tIns="0" vert="horz" wrap="square"/>
          <a:p>
            <a:pPr algn="ctr" indent="0" marL="0">
              <a:lnSpc>
                <a:spcPct val="125000"/>
              </a:lnSpc>
            </a:pPr>
            <a:r>
              <a:rPr b="0" sz="1500" i="0" lang="en-US" strike="noStrike" u="none">
                <a:solidFill>
                  <a:srgbClr val="2B3A32"/>
                </a:solidFill>
                <a:latin typeface="Arial"/>
                <a:ea typeface="Arial"/>
                <a:cs typeface="Arial"/>
                <a:sym typeface="Arial"/>
              </a:rPr>
              <a:t>Khói, bụi và khí độc ảnh hưởng trực tiếp đến sức khỏe con người.</a:t>
            </a:r>
            <a:endParaRPr sz="1100" lang="en-US"/>
          </a:p>
        </p:txBody>
      </p:sp>
      <p:sp>
        <p:nvSpPr>
          <p:cNvPr id="1048729" name="AutoShape 10"/>
          <p:cNvSpPr/>
          <p:nvPr/>
        </p:nvSpPr>
        <p:spPr>
          <a:xfrm rot="0" flipH="0" flipV="0">
            <a:off x="4445000" y="1778000"/>
            <a:ext cx="3302000" cy="4064000"/>
          </a:xfrm>
          <a:prstGeom prst="roundRect">
            <a:avLst>
              <a:gd name="adj" fmla="val 6153"/>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30" name="AutoShape 11"/>
          <p:cNvSpPr/>
          <p:nvPr/>
        </p:nvSpPr>
        <p:spPr>
          <a:xfrm rot="0" flipH="0" flipV="0">
            <a:off x="5588000" y="2133600"/>
            <a:ext cx="1016000" cy="1016000"/>
          </a:xfrm>
          <a:prstGeom prst="ellipse"/>
          <a:solidFill>
            <a:srgbClr val="EA9B46">
              <a:alpha val="100000"/>
            </a:srgbClr>
          </a:solidFill>
          <a:ln w="25400" cap="flat" cmpd="sng">
            <a:noFill/>
            <a:prstDash val="solid"/>
            <a:round/>
          </a:ln>
        </p:spPr>
        <p:txBody>
          <a:bodyPr anchor="ctr" bIns="63500" lIns="63500" rIns="63500" rtlCol="0" tIns="63500" vert="horz" wrap="square"/>
          <a:p>
            <a:pPr algn="ctr"/>
          </a:p>
        </p:txBody>
      </p:sp>
      <p:sp>
        <p:nvSpPr>
          <p:cNvPr id="1048731" name="AutoShape 12"/>
          <p:cNvSpPr txBox="1"/>
          <p:nvPr/>
        </p:nvSpPr>
        <p:spPr>
          <a:xfrm rot="0" flipH="0" flipV="0">
            <a:off x="5588000" y="2133600"/>
            <a:ext cx="1016000" cy="1016000"/>
          </a:xfrm>
          <a:prstGeom prst="rect"/>
          <a:noFill/>
          <a:ln w="12700" cap="flat" cmpd="sng">
            <a:noFill/>
            <a:prstDash val="solid"/>
            <a:round/>
          </a:ln>
        </p:spPr>
        <p:txBody>
          <a:bodyPr anchor="ctr" anchorCtr="0" bIns="0" lIns="0" rIns="0" rtlCol="0" tIns="0" vert="horz" wrap="none"/>
          <a:p>
            <a:pPr algn="ctr" indent="0" marL="0">
              <a:lnSpc>
                <a:spcPct val="125000"/>
              </a:lnSpc>
            </a:pPr>
            <a:r>
              <a:rPr b="1" sz="3400" i="0" lang="en-US" strike="noStrike" u="none">
                <a:solidFill>
                  <a:srgbClr val="FFFFFF"/>
                </a:solidFill>
                <a:latin typeface="Arial"/>
                <a:ea typeface="Arial"/>
                <a:cs typeface="Arial"/>
                <a:sym typeface="Arial"/>
              </a:rPr>
              <a:t>2</a:t>
            </a:r>
            <a:endParaRPr sz="1100" lang="en-US"/>
          </a:p>
        </p:txBody>
      </p:sp>
      <p:sp>
        <p:nvSpPr>
          <p:cNvPr id="1048732" name="AutoShape 13"/>
          <p:cNvSpPr txBox="1"/>
          <p:nvPr/>
        </p:nvSpPr>
        <p:spPr>
          <a:xfrm rot="0" flipH="0" flipV="0">
            <a:off x="4648200" y="3327400"/>
            <a:ext cx="2895600" cy="711200"/>
          </a:xfrm>
          <a:prstGeom prst="rect"/>
          <a:noFill/>
          <a:ln w="12700" cap="flat" cmpd="sng">
            <a:noFill/>
            <a:prstDash val="solid"/>
            <a:round/>
          </a:ln>
        </p:spPr>
        <p:txBody>
          <a:bodyPr anchor="t" anchorCtr="0" bIns="0" lIns="0" rIns="0" rtlCol="0" tIns="0" vert="horz" wrap="square"/>
          <a:p>
            <a:pPr algn="ctr" indent="0" marL="0">
              <a:lnSpc>
                <a:spcPct val="108333"/>
              </a:lnSpc>
            </a:pPr>
            <a:r>
              <a:rPr b="1" sz="1700" i="0" lang="en-US" strike="noStrike" u="none">
                <a:solidFill>
                  <a:srgbClr val="DB714F"/>
                </a:solidFill>
                <a:latin typeface="Arial"/>
                <a:ea typeface="Arial"/>
                <a:cs typeface="Arial"/>
                <a:sym typeface="Arial"/>
              </a:rPr>
              <a:t>BỆNH ĐƯỜNG HÔ HẤP</a:t>
            </a:r>
            <a:endParaRPr sz="1100" lang="en-US"/>
          </a:p>
        </p:txBody>
      </p:sp>
      <p:cxnSp>
        <p:nvCxnSpPr>
          <p:cNvPr id="3145738" name="Connector 14"/>
          <p:cNvCxnSpPr>
            <a:cxnSpLocks/>
          </p:cNvCxnSpPr>
          <p:nvPr/>
        </p:nvCxnSpPr>
        <p:spPr>
          <a:xfrm rot="-19098" flipH="0" flipV="0">
            <a:off x="4953018" y="4133850"/>
            <a:ext cx="2286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733" name="AutoShape 15"/>
          <p:cNvSpPr txBox="1"/>
          <p:nvPr/>
        </p:nvSpPr>
        <p:spPr>
          <a:xfrm rot="0" flipH="0" flipV="0">
            <a:off x="4648200" y="4318000"/>
            <a:ext cx="2895600" cy="1270000"/>
          </a:xfrm>
          <a:prstGeom prst="rect"/>
          <a:noFill/>
          <a:ln w="12700" cap="flat" cmpd="sng">
            <a:noFill/>
            <a:prstDash val="solid"/>
            <a:round/>
          </a:ln>
        </p:spPr>
        <p:txBody>
          <a:bodyPr anchor="t" anchorCtr="0" bIns="0" lIns="0" rIns="0" rtlCol="0" tIns="0" vert="horz" wrap="square"/>
          <a:p>
            <a:pPr algn="ctr" indent="0" marL="0">
              <a:lnSpc>
                <a:spcPct val="125000"/>
              </a:lnSpc>
            </a:pPr>
            <a:r>
              <a:rPr b="0" sz="1500" i="0" lang="en-US" strike="noStrike" u="none">
                <a:solidFill>
                  <a:srgbClr val="2B3A32"/>
                </a:solidFill>
                <a:latin typeface="Arial"/>
                <a:ea typeface="Arial"/>
                <a:cs typeface="Arial"/>
                <a:sym typeface="Arial"/>
              </a:rPr>
              <a:t>Có thể gây các bệnh về đường hô hấp như ho, viêm phổi, hen suyễn.</a:t>
            </a:r>
            <a:endParaRPr sz="1100" lang="en-US"/>
          </a:p>
        </p:txBody>
      </p:sp>
      <p:sp>
        <p:nvSpPr>
          <p:cNvPr id="1048734" name="AutoShape 16"/>
          <p:cNvSpPr/>
          <p:nvPr/>
        </p:nvSpPr>
        <p:spPr>
          <a:xfrm rot="0" flipH="0" flipV="0">
            <a:off x="8001000" y="1778000"/>
            <a:ext cx="3302000" cy="4064000"/>
          </a:xfrm>
          <a:prstGeom prst="roundRect">
            <a:avLst>
              <a:gd name="adj" fmla="val 6153"/>
            </a:avLst>
          </a:prstGeom>
          <a:solidFill>
            <a:srgbClr val="FFFFF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35" name="AutoShape 17"/>
          <p:cNvSpPr/>
          <p:nvPr/>
        </p:nvSpPr>
        <p:spPr>
          <a:xfrm rot="0" flipH="0" flipV="0">
            <a:off x="9144000" y="2133600"/>
            <a:ext cx="1016000" cy="1016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36" name="AutoShape 18"/>
          <p:cNvSpPr txBox="1"/>
          <p:nvPr/>
        </p:nvSpPr>
        <p:spPr>
          <a:xfrm rot="0" flipH="0" flipV="0">
            <a:off x="9144000" y="2133600"/>
            <a:ext cx="1016000" cy="1016000"/>
          </a:xfrm>
          <a:prstGeom prst="rect"/>
          <a:noFill/>
          <a:ln w="12700" cap="flat" cmpd="sng">
            <a:noFill/>
            <a:prstDash val="solid"/>
            <a:round/>
          </a:ln>
        </p:spPr>
        <p:txBody>
          <a:bodyPr anchor="ctr" anchorCtr="0" bIns="0" lIns="0" rIns="0" rtlCol="0" tIns="0" vert="horz" wrap="none"/>
          <a:p>
            <a:pPr algn="ctr" indent="0" marL="0">
              <a:lnSpc>
                <a:spcPct val="125000"/>
              </a:lnSpc>
            </a:pPr>
            <a:r>
              <a:rPr b="1" sz="3400" i="0" lang="en-US" strike="noStrike" u="none">
                <a:solidFill>
                  <a:srgbClr val="FFFFFF"/>
                </a:solidFill>
                <a:latin typeface="Arial"/>
                <a:ea typeface="Arial"/>
                <a:cs typeface="Arial"/>
                <a:sym typeface="Arial"/>
              </a:rPr>
              <a:t>3</a:t>
            </a:r>
            <a:endParaRPr sz="1100" lang="en-US"/>
          </a:p>
        </p:txBody>
      </p:sp>
      <p:sp>
        <p:nvSpPr>
          <p:cNvPr id="1048737" name="AutoShape 19"/>
          <p:cNvSpPr txBox="1"/>
          <p:nvPr/>
        </p:nvSpPr>
        <p:spPr>
          <a:xfrm rot="0" flipH="0" flipV="0">
            <a:off x="8204200" y="3327400"/>
            <a:ext cx="2895600" cy="711200"/>
          </a:xfrm>
          <a:prstGeom prst="rect"/>
          <a:noFill/>
          <a:ln w="12700" cap="flat" cmpd="sng">
            <a:noFill/>
            <a:prstDash val="solid"/>
            <a:round/>
          </a:ln>
        </p:spPr>
        <p:txBody>
          <a:bodyPr anchor="t" anchorCtr="0" bIns="0" lIns="0" rIns="0" rtlCol="0" tIns="0" vert="horz" wrap="square"/>
          <a:p>
            <a:pPr algn="ctr" indent="0" marL="0">
              <a:lnSpc>
                <a:spcPct val="108333"/>
              </a:lnSpc>
            </a:pPr>
            <a:r>
              <a:rPr b="1" sz="1700" i="0" lang="en-US" strike="noStrike" u="none">
                <a:solidFill>
                  <a:srgbClr val="3D8B5F"/>
                </a:solidFill>
                <a:latin typeface="Arial"/>
                <a:ea typeface="Arial"/>
                <a:cs typeface="Arial"/>
                <a:sym typeface="Arial"/>
              </a:rPr>
              <a:t>GIẢM CHẤT LƯỢNG ĐỜI SỐNG</a:t>
            </a:r>
            <a:endParaRPr sz="1100" lang="en-US"/>
          </a:p>
        </p:txBody>
      </p:sp>
      <p:cxnSp>
        <p:nvCxnSpPr>
          <p:cNvPr id="3145739" name="Connector 20"/>
          <p:cNvCxnSpPr>
            <a:cxnSpLocks/>
          </p:cNvCxnSpPr>
          <p:nvPr/>
        </p:nvCxnSpPr>
        <p:spPr>
          <a:xfrm rot="-19098" flipH="0" flipV="0">
            <a:off x="8509018" y="4133850"/>
            <a:ext cx="2286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738" name="AutoShape 21"/>
          <p:cNvSpPr txBox="1"/>
          <p:nvPr/>
        </p:nvSpPr>
        <p:spPr>
          <a:xfrm rot="0" flipH="0" flipV="0">
            <a:off x="8204200" y="4318000"/>
            <a:ext cx="2895600" cy="1270000"/>
          </a:xfrm>
          <a:prstGeom prst="rect"/>
          <a:noFill/>
          <a:ln w="12700" cap="flat" cmpd="sng">
            <a:noFill/>
            <a:prstDash val="solid"/>
            <a:round/>
          </a:ln>
        </p:spPr>
        <p:txBody>
          <a:bodyPr anchor="t" anchorCtr="0" bIns="0" lIns="0" rIns="0" rtlCol="0" tIns="0" vert="horz" wrap="square"/>
          <a:p>
            <a:pPr algn="ctr" indent="0" marL="0">
              <a:lnSpc>
                <a:spcPct val="125000"/>
              </a:lnSpc>
            </a:pPr>
            <a:r>
              <a:rPr b="0" sz="1500" i="0" lang="en-US" strike="noStrike" u="none">
                <a:solidFill>
                  <a:srgbClr val="2B3A32"/>
                </a:solidFill>
                <a:latin typeface="Arial"/>
                <a:ea typeface="Arial"/>
                <a:cs typeface="Arial"/>
                <a:sym typeface="Arial"/>
              </a:rPr>
              <a:t>Làm giảm chất lượng đời sống của con người mỗi ngày.</a:t>
            </a:r>
            <a:endParaRPr sz="1100" lang="en-US"/>
          </a:p>
        </p:txBody>
      </p:sp>
      <p:cxnSp>
        <p:nvCxnSpPr>
          <p:cNvPr id="3145740" name="Connector 22"/>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739" name="AutoShape 23"/>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740" name="AutoShape 24"/>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07 / 09</a:t>
            </a:r>
            <a:endParaRPr sz="11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36" name=""/>
        <p:cNvGrpSpPr/>
        <p:nvPr/>
      </p:nvGrpSpPr>
      <p:grpSpPr>
        <a:xfrm>
          <a:off x="0" y="0"/>
          <a:ext cx="0" cy="0"/>
          <a:chOff x="0" y="0"/>
          <a:chExt cx="0" cy="0"/>
        </a:xfrm>
      </p:grpSpPr>
      <p:sp>
        <p:nvSpPr>
          <p:cNvPr id="1048747" name="AutoShape 2"/>
          <p:cNvSpPr/>
          <p:nvPr/>
        </p:nvSpPr>
        <p:spPr>
          <a:xfrm rot="0" flipH="0" flipV="0">
            <a:off x="889000" y="711200"/>
            <a:ext cx="101600" cy="457200"/>
          </a:xfrm>
          <a:prstGeom prst="roundRect">
            <a:avLst>
              <a:gd name="adj" fmla="val 50000"/>
            </a:avLst>
          </a:prstGeom>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48"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b="1" sz="3000" i="0" lang="en-US" strike="noStrike" u="none">
                <a:solidFill>
                  <a:srgbClr val="2B3A32"/>
                </a:solidFill>
                <a:latin typeface="Arial"/>
                <a:ea typeface="Arial"/>
                <a:cs typeface="Arial"/>
                <a:sym typeface="Arial"/>
              </a:rPr>
              <a:t>BẢO VỆ MÔI TRƯỜNG KHÔNG KHÍ</a:t>
            </a:r>
            <a:endParaRPr sz="1100" lang="en-US"/>
          </a:p>
        </p:txBody>
      </p:sp>
      <p:sp>
        <p:nvSpPr>
          <p:cNvPr id="1048749" name="AutoShape 4"/>
          <p:cNvSpPr/>
          <p:nvPr/>
        </p:nvSpPr>
        <p:spPr>
          <a:xfrm rot="0" flipH="0" flipV="0">
            <a:off x="889000" y="1651000"/>
            <a:ext cx="3048000" cy="965200"/>
          </a:xfrm>
          <a:prstGeom prst="roundRect">
            <a:avLst>
              <a:gd name="adj" fmla="val 18421"/>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50" name="AutoShape 5"/>
          <p:cNvSpPr/>
          <p:nvPr/>
        </p:nvSpPr>
        <p:spPr>
          <a:xfrm rot="0" flipH="0" flipV="0">
            <a:off x="1092200" y="1981200"/>
            <a:ext cx="254000" cy="254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51" name="AutoShape 6"/>
          <p:cNvSpPr txBox="1"/>
          <p:nvPr/>
        </p:nvSpPr>
        <p:spPr>
          <a:xfrm rot="0" flipH="0" flipV="0">
            <a:off x="1473200" y="1651000"/>
            <a:ext cx="2336800" cy="965200"/>
          </a:xfrm>
          <a:prstGeom prst="rect"/>
          <a:noFill/>
          <a:ln w="12700" cap="flat" cmpd="sng">
            <a:noFill/>
            <a:prstDash val="solid"/>
            <a:round/>
          </a:ln>
        </p:spPr>
        <p:txBody>
          <a:bodyPr anchor="ctr" anchorCtr="0" bIns="0" lIns="0" rIns="0" rtlCol="0" tIns="0" vert="horz" wrap="square"/>
          <a:p>
            <a:pPr algn="l" indent="0" marL="0">
              <a:lnSpc>
                <a:spcPct val="108333"/>
              </a:lnSpc>
            </a:pPr>
            <a:r>
              <a:rPr b="1" sz="1500" i="0" lang="en-US" strike="noStrike" u="none">
                <a:solidFill>
                  <a:srgbClr val="2B3A32"/>
                </a:solidFill>
                <a:latin typeface="Arial"/>
                <a:ea typeface="Arial"/>
                <a:cs typeface="Arial"/>
                <a:sym typeface="Arial"/>
              </a:rPr>
              <a:t>Trồng và bảo vệ cây xanh</a:t>
            </a:r>
            <a:endParaRPr sz="1100" lang="en-US"/>
          </a:p>
        </p:txBody>
      </p:sp>
      <p:sp>
        <p:nvSpPr>
          <p:cNvPr id="1048752" name="AutoShape 7"/>
          <p:cNvSpPr/>
          <p:nvPr/>
        </p:nvSpPr>
        <p:spPr>
          <a:xfrm rot="0" flipH="0" flipV="0">
            <a:off x="4191000" y="1651000"/>
            <a:ext cx="3048000" cy="965200"/>
          </a:xfrm>
          <a:prstGeom prst="roundRect">
            <a:avLst>
              <a:gd name="adj" fmla="val 18421"/>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53" name="AutoShape 8"/>
          <p:cNvSpPr/>
          <p:nvPr/>
        </p:nvSpPr>
        <p:spPr>
          <a:xfrm rot="0" flipH="0" flipV="0">
            <a:off x="4394200" y="1981200"/>
            <a:ext cx="254000" cy="254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54" name="AutoShape 9"/>
          <p:cNvSpPr txBox="1"/>
          <p:nvPr/>
        </p:nvSpPr>
        <p:spPr>
          <a:xfrm rot="0" flipH="0" flipV="0">
            <a:off x="4775200" y="1651000"/>
            <a:ext cx="2336800" cy="965200"/>
          </a:xfrm>
          <a:prstGeom prst="rect"/>
          <a:noFill/>
          <a:ln w="12700" cap="flat" cmpd="sng">
            <a:noFill/>
            <a:prstDash val="solid"/>
            <a:round/>
          </a:ln>
        </p:spPr>
        <p:txBody>
          <a:bodyPr anchor="ctr" anchorCtr="0" bIns="0" lIns="0" rIns="0" rtlCol="0" tIns="0" vert="horz" wrap="square"/>
          <a:p>
            <a:pPr algn="l" indent="0" marL="0">
              <a:lnSpc>
                <a:spcPct val="108333"/>
              </a:lnSpc>
            </a:pPr>
            <a:r>
              <a:rPr b="1" sz="1500" i="0" lang="en-US" strike="noStrike" u="none">
                <a:solidFill>
                  <a:srgbClr val="2B3A32"/>
                </a:solidFill>
                <a:latin typeface="Arial"/>
                <a:ea typeface="Arial"/>
                <a:cs typeface="Arial"/>
                <a:sym typeface="Arial"/>
              </a:rPr>
              <a:t>Xử lí khí thải, chất thải đúng quy định</a:t>
            </a:r>
            <a:endParaRPr sz="1100" lang="en-US"/>
          </a:p>
        </p:txBody>
      </p:sp>
      <p:sp>
        <p:nvSpPr>
          <p:cNvPr id="1048755" name="AutoShape 10"/>
          <p:cNvSpPr/>
          <p:nvPr/>
        </p:nvSpPr>
        <p:spPr>
          <a:xfrm rot="0" flipH="0" flipV="0">
            <a:off x="889000" y="2768600"/>
            <a:ext cx="3048000" cy="965200"/>
          </a:xfrm>
          <a:prstGeom prst="roundRect">
            <a:avLst>
              <a:gd name="adj" fmla="val 18421"/>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56" name="AutoShape 11"/>
          <p:cNvSpPr/>
          <p:nvPr/>
        </p:nvSpPr>
        <p:spPr>
          <a:xfrm rot="0" flipH="0" flipV="0">
            <a:off x="1092200" y="3098800"/>
            <a:ext cx="254000" cy="254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57" name="AutoShape 12"/>
          <p:cNvSpPr txBox="1"/>
          <p:nvPr/>
        </p:nvSpPr>
        <p:spPr>
          <a:xfrm rot="0" flipH="0" flipV="0">
            <a:off x="1473200" y="2768600"/>
            <a:ext cx="2336800" cy="965200"/>
          </a:xfrm>
          <a:prstGeom prst="rect"/>
          <a:noFill/>
          <a:ln w="12700" cap="flat" cmpd="sng">
            <a:noFill/>
            <a:prstDash val="solid"/>
            <a:round/>
          </a:ln>
        </p:spPr>
        <p:txBody>
          <a:bodyPr anchor="ctr" anchorCtr="0" bIns="0" lIns="0" rIns="0" rtlCol="0" tIns="0" vert="horz" wrap="square"/>
          <a:p>
            <a:pPr algn="l" indent="0" marL="0">
              <a:lnSpc>
                <a:spcPct val="108333"/>
              </a:lnSpc>
            </a:pPr>
            <a:r>
              <a:rPr b="1" sz="1500" i="0" lang="en-US" strike="noStrike" u="none">
                <a:solidFill>
                  <a:srgbClr val="2B3A32"/>
                </a:solidFill>
                <a:latin typeface="Arial"/>
                <a:ea typeface="Arial"/>
                <a:cs typeface="Arial"/>
                <a:sym typeface="Arial"/>
              </a:rPr>
              <a:t>Hạn chế các nguồn gây ô nhiễm</a:t>
            </a:r>
            <a:endParaRPr sz="1100" lang="en-US"/>
          </a:p>
        </p:txBody>
      </p:sp>
      <p:sp>
        <p:nvSpPr>
          <p:cNvPr id="1048758" name="AutoShape 13"/>
          <p:cNvSpPr/>
          <p:nvPr/>
        </p:nvSpPr>
        <p:spPr>
          <a:xfrm rot="0" flipH="0" flipV="0">
            <a:off x="4191000" y="2768600"/>
            <a:ext cx="3048000" cy="965200"/>
          </a:xfrm>
          <a:prstGeom prst="roundRect">
            <a:avLst>
              <a:gd name="adj" fmla="val 18421"/>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59" name="AutoShape 14"/>
          <p:cNvSpPr/>
          <p:nvPr/>
        </p:nvSpPr>
        <p:spPr>
          <a:xfrm rot="0" flipH="0" flipV="0">
            <a:off x="4394200" y="3098800"/>
            <a:ext cx="254000" cy="254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60" name="AutoShape 15"/>
          <p:cNvSpPr txBox="1"/>
          <p:nvPr/>
        </p:nvSpPr>
        <p:spPr>
          <a:xfrm rot="0" flipH="0" flipV="0">
            <a:off x="4775200" y="2768600"/>
            <a:ext cx="2336800" cy="965200"/>
          </a:xfrm>
          <a:prstGeom prst="rect"/>
          <a:noFill/>
          <a:ln w="12700" cap="flat" cmpd="sng">
            <a:noFill/>
            <a:prstDash val="solid"/>
            <a:round/>
          </a:ln>
        </p:spPr>
        <p:txBody>
          <a:bodyPr anchor="ctr" anchorCtr="0" bIns="0" lIns="0" rIns="0" rtlCol="0" tIns="0" vert="horz" wrap="square"/>
          <a:p>
            <a:pPr algn="l" indent="0" marL="0">
              <a:lnSpc>
                <a:spcPct val="108333"/>
              </a:lnSpc>
            </a:pPr>
            <a:r>
              <a:rPr b="1" sz="1500" i="0" lang="en-US" strike="noStrike" u="none">
                <a:solidFill>
                  <a:srgbClr val="2B3A32"/>
                </a:solidFill>
                <a:latin typeface="Arial"/>
                <a:ea typeface="Arial"/>
                <a:cs typeface="Arial"/>
                <a:sym typeface="Arial"/>
              </a:rPr>
              <a:t>Sử dụng năng lượng sạch: mặt trời, gió, nước</a:t>
            </a:r>
            <a:endParaRPr sz="1100" lang="en-US"/>
          </a:p>
        </p:txBody>
      </p:sp>
      <p:sp>
        <p:nvSpPr>
          <p:cNvPr id="1048761" name="AutoShape 16"/>
          <p:cNvSpPr/>
          <p:nvPr/>
        </p:nvSpPr>
        <p:spPr>
          <a:xfrm rot="0" flipH="0" flipV="0">
            <a:off x="889000" y="3886200"/>
            <a:ext cx="3048000" cy="965200"/>
          </a:xfrm>
          <a:prstGeom prst="roundRect">
            <a:avLst>
              <a:gd name="adj" fmla="val 18421"/>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62" name="AutoShape 17"/>
          <p:cNvSpPr/>
          <p:nvPr/>
        </p:nvSpPr>
        <p:spPr>
          <a:xfrm rot="0" flipH="0" flipV="0">
            <a:off x="1092200" y="4216400"/>
            <a:ext cx="254000" cy="254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63" name="AutoShape 18"/>
          <p:cNvSpPr txBox="1"/>
          <p:nvPr/>
        </p:nvSpPr>
        <p:spPr>
          <a:xfrm rot="0" flipH="0" flipV="0">
            <a:off x="1473200" y="3886200"/>
            <a:ext cx="2336800" cy="965200"/>
          </a:xfrm>
          <a:prstGeom prst="rect"/>
          <a:noFill/>
          <a:ln w="12700" cap="flat" cmpd="sng">
            <a:noFill/>
            <a:prstDash val="solid"/>
            <a:round/>
          </a:ln>
        </p:spPr>
        <p:txBody>
          <a:bodyPr anchor="ctr" anchorCtr="0" bIns="0" lIns="0" rIns="0" rtlCol="0" tIns="0" vert="horz" wrap="square"/>
          <a:p>
            <a:pPr algn="l" indent="0" marL="0">
              <a:lnSpc>
                <a:spcPct val="108333"/>
              </a:lnSpc>
            </a:pPr>
            <a:r>
              <a:rPr b="1" sz="1500" i="0" lang="en-US" strike="noStrike" u="none">
                <a:solidFill>
                  <a:srgbClr val="2B3A32"/>
                </a:solidFill>
                <a:latin typeface="Arial"/>
                <a:ea typeface="Arial"/>
                <a:cs typeface="Arial"/>
                <a:sym typeface="Arial"/>
              </a:rPr>
              <a:t>Sử dụng năng lượng hợp lí, tiết kiệm</a:t>
            </a:r>
            <a:endParaRPr sz="1100" lang="en-US"/>
          </a:p>
        </p:txBody>
      </p:sp>
      <p:sp>
        <p:nvSpPr>
          <p:cNvPr id="1048764" name="AutoShape 19"/>
          <p:cNvSpPr/>
          <p:nvPr/>
        </p:nvSpPr>
        <p:spPr>
          <a:xfrm rot="0" flipH="0" flipV="0">
            <a:off x="4191000" y="3886200"/>
            <a:ext cx="3048000" cy="965200"/>
          </a:xfrm>
          <a:prstGeom prst="roundRect">
            <a:avLst>
              <a:gd name="adj" fmla="val 18421"/>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65" name="AutoShape 20"/>
          <p:cNvSpPr/>
          <p:nvPr/>
        </p:nvSpPr>
        <p:spPr>
          <a:xfrm rot="0" flipH="0" flipV="0">
            <a:off x="4394200" y="4216400"/>
            <a:ext cx="254000" cy="254000"/>
          </a:xfrm>
          <a:prstGeom prst="ellipse"/>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66" name="AutoShape 21"/>
          <p:cNvSpPr txBox="1"/>
          <p:nvPr/>
        </p:nvSpPr>
        <p:spPr>
          <a:xfrm rot="0" flipH="0" flipV="0">
            <a:off x="4775200" y="3886200"/>
            <a:ext cx="2336800" cy="965200"/>
          </a:xfrm>
          <a:prstGeom prst="rect"/>
          <a:noFill/>
          <a:ln w="12700" cap="flat" cmpd="sng">
            <a:noFill/>
            <a:prstDash val="solid"/>
            <a:round/>
          </a:ln>
        </p:spPr>
        <p:txBody>
          <a:bodyPr anchor="ctr" anchorCtr="0" bIns="0" lIns="0" rIns="0" rtlCol="0" tIns="0" vert="horz" wrap="square"/>
          <a:p>
            <a:pPr algn="l" indent="0" marL="0">
              <a:lnSpc>
                <a:spcPct val="108333"/>
              </a:lnSpc>
            </a:pPr>
            <a:r>
              <a:rPr b="1" sz="1500" i="0" lang="en-US" strike="noStrike" u="none">
                <a:solidFill>
                  <a:srgbClr val="2B3A32"/>
                </a:solidFill>
                <a:latin typeface="Arial"/>
                <a:ea typeface="Arial"/>
                <a:cs typeface="Arial"/>
                <a:sym typeface="Arial"/>
              </a:rPr>
              <a:t>Ưu tiên phương tiện công cộng, ít ô nhiễm</a:t>
            </a:r>
            <a:endParaRPr sz="1100" lang="en-US"/>
          </a:p>
        </p:txBody>
      </p:sp>
      <p:pic>
        <p:nvPicPr>
          <p:cNvPr id="2097155" name="Picture 22"/>
          <p:cNvPicPr>
            <a:picLocks noChangeAspect="1"/>
          </p:cNvPicPr>
          <p:nvPr/>
        </p:nvPicPr>
        <p:blipFill>
          <a:blip xmlns:r="http://schemas.openxmlformats.org/officeDocument/2006/relationships" r:embed="rId1"/>
          <a:srcRect l="0" t="0" r="0" b="0"/>
          <a:stretch>
            <a:fillRect/>
          </a:stretch>
        </p:blipFill>
        <p:spPr>
          <a:xfrm rot="0" flipH="0" flipV="0">
            <a:off x="7620000" y="1651000"/>
            <a:ext cx="3810000" cy="3810000"/>
          </a:xfrm>
          <a:prstGeom prst="rect"/>
          <a:noFill/>
          <a:ln w="25400" cap="flat" cmpd="sng">
            <a:noFill/>
            <a:prstDash val="solid"/>
            <a:round/>
          </a:ln>
        </p:spPr>
      </p:pic>
      <p:sp>
        <p:nvSpPr>
          <p:cNvPr id="1048767" name="AutoShape 23"/>
          <p:cNvSpPr txBox="1"/>
          <p:nvPr/>
        </p:nvSpPr>
        <p:spPr>
          <a:xfrm rot="0" flipH="0" flipV="0">
            <a:off x="7620000" y="5562600"/>
            <a:ext cx="3810000" cy="508000"/>
          </a:xfrm>
          <a:prstGeom prst="rect"/>
          <a:noFill/>
          <a:ln w="12700" cap="flat" cmpd="sng">
            <a:noFill/>
            <a:prstDash val="solid"/>
            <a:round/>
          </a:ln>
        </p:spPr>
        <p:txBody>
          <a:bodyPr anchor="t" anchorCtr="0" bIns="0" lIns="0" rIns="0" rtlCol="0" tIns="0" vert="horz" wrap="square"/>
          <a:p>
            <a:pPr algn="ctr" indent="0" marL="0">
              <a:lnSpc>
                <a:spcPct val="108333"/>
              </a:lnSpc>
            </a:pPr>
            <a:r>
              <a:rPr b="1" sz="1300" i="0" lang="en-US" strike="noStrike" u="none">
                <a:solidFill>
                  <a:srgbClr val="3D8B5F"/>
                </a:solidFill>
                <a:latin typeface="Arial"/>
                <a:ea typeface="Arial"/>
                <a:cs typeface="Arial"/>
                <a:sym typeface="Arial"/>
              </a:rPr>
              <a:t>Mỗi hành động nhỏ</a:t>
            </a:r>
            <a:r>
              <a:rPr b="0" sz="1300" i="0" lang="en-US" strike="noStrike" u="none">
                <a:solidFill>
                  <a:srgbClr val="3D8B5F"/>
                </a:solidFill>
                <a:latin typeface="Arial"/>
                <a:ea typeface="Arial"/>
                <a:cs typeface="Arial"/>
                <a:sym typeface="Arial"/>
              </a:rPr>
              <a:t> góp phần bảo vệ bầu không khí trong lành.</a:t>
            </a:r>
            <a:endParaRPr sz="1100" lang="en-US"/>
          </a:p>
        </p:txBody>
      </p:sp>
      <p:cxnSp>
        <p:nvCxnSpPr>
          <p:cNvPr id="3145741" name="Connector 24"/>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768" name="AutoShape 25"/>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769" name="AutoShape 26"/>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08 / 09</a:t>
            </a:r>
            <a:endParaRPr sz="11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5">
            <a:alpha val="100000"/>
          </a:srgbClr>
        </a:solidFill>
      </p:bgPr>
    </p:bg>
    <p:spTree>
      <p:nvGrpSpPr>
        <p:cNvPr id="39" name=""/>
        <p:cNvGrpSpPr/>
        <p:nvPr/>
      </p:nvGrpSpPr>
      <p:grpSpPr>
        <a:xfrm>
          <a:off x="0" y="0"/>
          <a:ext cx="0" cy="0"/>
          <a:chOff x="0" y="0"/>
          <a:chExt cx="0" cy="0"/>
        </a:xfrm>
      </p:grpSpPr>
      <p:sp>
        <p:nvSpPr>
          <p:cNvPr id="1048776" name="AutoShape 2"/>
          <p:cNvSpPr/>
          <p:nvPr/>
        </p:nvSpPr>
        <p:spPr>
          <a:xfrm rot="0" flipH="0" flipV="0">
            <a:off x="889000" y="711200"/>
            <a:ext cx="101600" cy="457200"/>
          </a:xfrm>
          <a:prstGeom prst="roundRect">
            <a:avLst>
              <a:gd name="adj" fmla="val 50000"/>
            </a:avLst>
          </a:prstGeom>
          <a:solidFill>
            <a:srgbClr val="60AB70">
              <a:alpha val="100000"/>
            </a:srgbClr>
          </a:solidFill>
          <a:ln w="25400" cap="flat" cmpd="sng">
            <a:noFill/>
            <a:prstDash val="solid"/>
            <a:round/>
          </a:ln>
        </p:spPr>
        <p:txBody>
          <a:bodyPr anchor="ctr" bIns="63500" lIns="63500" rIns="63500" rtlCol="0" tIns="63500" vert="horz" wrap="square"/>
          <a:p>
            <a:pPr algn="ctr"/>
          </a:p>
        </p:txBody>
      </p:sp>
      <p:sp>
        <p:nvSpPr>
          <p:cNvPr id="1048777" name="AutoShape 3"/>
          <p:cNvSpPr txBox="1"/>
          <p:nvPr/>
        </p:nvSpPr>
        <p:spPr>
          <a:xfrm rot="0" flipH="0" flipV="0">
            <a:off x="1168400" y="609600"/>
            <a:ext cx="10160000" cy="660400"/>
          </a:xfrm>
          <a:prstGeom prst="rect"/>
          <a:noFill/>
          <a:ln w="12700" cap="flat" cmpd="sng">
            <a:noFill/>
            <a:prstDash val="solid"/>
            <a:round/>
          </a:ln>
        </p:spPr>
        <p:txBody>
          <a:bodyPr anchor="ctr" anchorCtr="0" bIns="0" lIns="0" rIns="0" rtlCol="0" tIns="0" vert="horz" wrap="none"/>
          <a:p>
            <a:pPr algn="l" indent="0" marL="0">
              <a:lnSpc>
                <a:spcPct val="125000"/>
              </a:lnSpc>
            </a:pPr>
            <a:r>
              <a:rPr altLang="vi" b="1" sz="3000" i="0" lang="en-US" strike="noStrike" u="none">
                <a:solidFill>
                  <a:srgbClr val="2B3A32"/>
                </a:solidFill>
                <a:latin typeface="Arial"/>
                <a:ea typeface="Arial"/>
                <a:cs typeface="Arial"/>
                <a:sym typeface="Arial"/>
              </a:rPr>
              <a:t>TỔNG</a:t>
            </a:r>
            <a:r>
              <a:rPr altLang="vi" b="1" sz="3000" i="0" lang="en-US" strike="noStrike" u="none">
                <a:solidFill>
                  <a:srgbClr val="2B3A32"/>
                </a:solidFill>
                <a:latin typeface="Arial"/>
                <a:ea typeface="Arial"/>
                <a:cs typeface="Arial"/>
                <a:sym typeface="Arial"/>
              </a:rPr>
              <a:t> </a:t>
            </a:r>
            <a:r>
              <a:rPr altLang="vi" b="1" sz="3000" i="0" lang="en-US" strike="noStrike" u="none">
                <a:solidFill>
                  <a:srgbClr val="2B3A32"/>
                </a:solidFill>
                <a:latin typeface="Arial"/>
                <a:ea typeface="Arial"/>
                <a:cs typeface="Arial"/>
                <a:sym typeface="Arial"/>
              </a:rPr>
              <a:t>KẾT</a:t>
            </a:r>
            <a:endParaRPr sz="1100" lang="en-US"/>
          </a:p>
        </p:txBody>
      </p:sp>
      <p:sp>
        <p:nvSpPr>
          <p:cNvPr id="1048778" name="AutoShape 4"/>
          <p:cNvSpPr/>
          <p:nvPr/>
        </p:nvSpPr>
        <p:spPr>
          <a:xfrm rot="0" flipH="0" flipV="0">
            <a:off x="889000" y="1625600"/>
            <a:ext cx="2413000" cy="1524000"/>
          </a:xfrm>
          <a:prstGeom prst="roundRect">
            <a:avLst>
              <a:gd name="adj" fmla="val 11666"/>
            </a:avLst>
          </a:prstGeom>
          <a:solidFill>
            <a:srgbClr val="E0F2FB">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79" name="AutoShape 5"/>
          <p:cNvSpPr txBox="1"/>
          <p:nvPr/>
        </p:nvSpPr>
        <p:spPr>
          <a:xfrm rot="0" flipH="0" flipV="0">
            <a:off x="1041400" y="1778000"/>
            <a:ext cx="2108200" cy="304800"/>
          </a:xfrm>
          <a:prstGeom prst="rect"/>
          <a:noFill/>
          <a:ln w="12700" cap="flat" cmpd="sng">
            <a:noFill/>
            <a:prstDash val="solid"/>
            <a:round/>
          </a:ln>
        </p:spPr>
        <p:txBody>
          <a:bodyPr anchor="ctr" anchorCtr="0" bIns="0" lIns="0" rIns="0" rtlCol="0" tIns="0" vert="horz" wrap="none"/>
          <a:p>
            <a:pPr algn="ctr" indent="0" marL="0">
              <a:lnSpc>
                <a:spcPct val="125000"/>
              </a:lnSpc>
            </a:pPr>
            <a:r>
              <a:rPr b="1" sz="1300" i="0" lang="en-US" strike="noStrike" u="none">
                <a:solidFill>
                  <a:srgbClr val="3B6EA0"/>
                </a:solidFill>
                <a:latin typeface="Arial"/>
                <a:ea typeface="Arial"/>
                <a:cs typeface="Arial"/>
                <a:sym typeface="Arial"/>
              </a:rPr>
              <a:t>NGUYÊN NHÂN</a:t>
            </a:r>
            <a:endParaRPr sz="1100" lang="en-US"/>
          </a:p>
        </p:txBody>
      </p:sp>
      <p:sp>
        <p:nvSpPr>
          <p:cNvPr id="1048780" name="AutoShape 6"/>
          <p:cNvSpPr txBox="1"/>
          <p:nvPr/>
        </p:nvSpPr>
        <p:spPr>
          <a:xfrm rot="0" flipH="0" flipV="0">
            <a:off x="1041400" y="2133600"/>
            <a:ext cx="2108200" cy="889000"/>
          </a:xfrm>
          <a:prstGeom prst="rect"/>
          <a:noFill/>
          <a:ln w="12700" cap="flat" cmpd="sng">
            <a:noFill/>
            <a:prstDash val="solid"/>
            <a:round/>
          </a:ln>
        </p:spPr>
        <p:txBody>
          <a:bodyPr anchor="t" anchorCtr="0" bIns="0" lIns="0" rIns="0" rtlCol="0" tIns="0" vert="horz" wrap="square"/>
          <a:p>
            <a:pPr algn="ctr" indent="0" marL="0">
              <a:lnSpc>
                <a:spcPct val="108333"/>
              </a:lnSpc>
            </a:pPr>
            <a:r>
              <a:rPr b="1" sz="1500" i="0" lang="en-US" strike="noStrike" u="none">
                <a:solidFill>
                  <a:srgbClr val="2B3A32"/>
                </a:solidFill>
                <a:latin typeface="Arial"/>
                <a:ea typeface="Arial"/>
                <a:cs typeface="Arial"/>
                <a:sym typeface="Arial"/>
              </a:rPr>
              <a:t>Thành phần không khí bị thay đổi</a:t>
            </a:r>
            <a:endParaRPr sz="1100" lang="en-US"/>
          </a:p>
        </p:txBody>
      </p:sp>
      <p:sp>
        <p:nvSpPr>
          <p:cNvPr id="1048781" name="AutoShape 7"/>
          <p:cNvSpPr txBox="1"/>
          <p:nvPr/>
        </p:nvSpPr>
        <p:spPr>
          <a:xfrm rot="0" flipH="0" flipV="0">
            <a:off x="3251200" y="2159000"/>
            <a:ext cx="3556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2B3A32"/>
                </a:solidFill>
                <a:latin typeface="Arial"/>
                <a:ea typeface="Arial"/>
                <a:cs typeface="Arial"/>
                <a:sym typeface="Arial"/>
              </a:rPr>
              <a:t>→</a:t>
            </a:r>
            <a:endParaRPr sz="1100" lang="en-US"/>
          </a:p>
        </p:txBody>
      </p:sp>
      <p:sp>
        <p:nvSpPr>
          <p:cNvPr id="1048782" name="AutoShape 8"/>
          <p:cNvSpPr/>
          <p:nvPr/>
        </p:nvSpPr>
        <p:spPr>
          <a:xfrm rot="0" flipH="0" flipV="0">
            <a:off x="3556000" y="1625600"/>
            <a:ext cx="2413000" cy="1524000"/>
          </a:xfrm>
          <a:prstGeom prst="roundRect">
            <a:avLst>
              <a:gd name="adj" fmla="val 11666"/>
            </a:avLst>
          </a:prstGeom>
          <a:solidFill>
            <a:srgbClr val="EBEBEB">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83" name="AutoShape 9"/>
          <p:cNvSpPr txBox="1"/>
          <p:nvPr/>
        </p:nvSpPr>
        <p:spPr>
          <a:xfrm rot="0" flipH="0" flipV="0">
            <a:off x="3708400" y="1778000"/>
            <a:ext cx="2108200" cy="304800"/>
          </a:xfrm>
          <a:prstGeom prst="rect"/>
          <a:noFill/>
          <a:ln w="12700" cap="flat" cmpd="sng">
            <a:noFill/>
            <a:prstDash val="solid"/>
            <a:round/>
          </a:ln>
        </p:spPr>
        <p:txBody>
          <a:bodyPr anchor="ctr" anchorCtr="0" bIns="0" lIns="0" rIns="0" rtlCol="0" tIns="0" vert="horz" wrap="none"/>
          <a:p>
            <a:pPr algn="ctr" indent="0" marL="0">
              <a:lnSpc>
                <a:spcPct val="125000"/>
              </a:lnSpc>
            </a:pPr>
            <a:r>
              <a:rPr b="1" sz="1300" i="0" lang="en-US" strike="noStrike" u="none">
                <a:solidFill>
                  <a:srgbClr val="5A5A5A"/>
                </a:solidFill>
                <a:latin typeface="Arial"/>
                <a:ea typeface="Arial"/>
                <a:cs typeface="Arial"/>
                <a:sym typeface="Arial"/>
              </a:rPr>
              <a:t>BIỂU HIỆN</a:t>
            </a:r>
            <a:endParaRPr sz="1100" lang="en-US"/>
          </a:p>
        </p:txBody>
      </p:sp>
      <p:sp>
        <p:nvSpPr>
          <p:cNvPr id="1048784" name="AutoShape 10"/>
          <p:cNvSpPr txBox="1"/>
          <p:nvPr/>
        </p:nvSpPr>
        <p:spPr>
          <a:xfrm rot="0" flipH="0" flipV="0">
            <a:off x="3708400" y="2133600"/>
            <a:ext cx="2108200" cy="889000"/>
          </a:xfrm>
          <a:prstGeom prst="rect"/>
          <a:noFill/>
          <a:ln w="12700" cap="flat" cmpd="sng">
            <a:noFill/>
            <a:prstDash val="solid"/>
            <a:round/>
          </a:ln>
        </p:spPr>
        <p:txBody>
          <a:bodyPr anchor="t" anchorCtr="0" bIns="0" lIns="0" rIns="0" rtlCol="0" tIns="0" vert="horz" wrap="square"/>
          <a:p>
            <a:pPr algn="ctr" indent="0" marL="0">
              <a:lnSpc>
                <a:spcPct val="108333"/>
              </a:lnSpc>
            </a:pPr>
            <a:r>
              <a:rPr b="1" sz="1500" i="0" lang="en-US" strike="noStrike" u="none">
                <a:solidFill>
                  <a:srgbClr val="2B3A32"/>
                </a:solidFill>
                <a:latin typeface="Arial"/>
                <a:ea typeface="Arial"/>
                <a:cs typeface="Arial"/>
                <a:sym typeface="Arial"/>
              </a:rPr>
              <a:t>Xuất hiện khói, bụi, khí độc</a:t>
            </a:r>
            <a:endParaRPr sz="1100" lang="en-US"/>
          </a:p>
        </p:txBody>
      </p:sp>
      <p:sp>
        <p:nvSpPr>
          <p:cNvPr id="1048785" name="AutoShape 11"/>
          <p:cNvSpPr txBox="1"/>
          <p:nvPr/>
        </p:nvSpPr>
        <p:spPr>
          <a:xfrm rot="0" flipH="0" flipV="0">
            <a:off x="5918200" y="2159000"/>
            <a:ext cx="3556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2B3A32"/>
                </a:solidFill>
                <a:latin typeface="Arial"/>
                <a:ea typeface="Arial"/>
                <a:cs typeface="Arial"/>
                <a:sym typeface="Arial"/>
              </a:rPr>
              <a:t>→</a:t>
            </a:r>
            <a:endParaRPr sz="1100" lang="en-US"/>
          </a:p>
        </p:txBody>
      </p:sp>
      <p:sp>
        <p:nvSpPr>
          <p:cNvPr id="1048786" name="AutoShape 12"/>
          <p:cNvSpPr/>
          <p:nvPr/>
        </p:nvSpPr>
        <p:spPr>
          <a:xfrm rot="0" flipH="0" flipV="0">
            <a:off x="6223000" y="1625600"/>
            <a:ext cx="2413000" cy="1524000"/>
          </a:xfrm>
          <a:prstGeom prst="roundRect">
            <a:avLst>
              <a:gd name="adj" fmla="val 11666"/>
            </a:avLst>
          </a:prstGeom>
          <a:solidFill>
            <a:srgbClr val="FFF0DC">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87" name="AutoShape 13"/>
          <p:cNvSpPr txBox="1"/>
          <p:nvPr/>
        </p:nvSpPr>
        <p:spPr>
          <a:xfrm rot="0" flipH="0" flipV="0">
            <a:off x="6375400" y="1778000"/>
            <a:ext cx="2108200" cy="304800"/>
          </a:xfrm>
          <a:prstGeom prst="rect"/>
          <a:noFill/>
          <a:ln w="12700" cap="flat" cmpd="sng">
            <a:noFill/>
            <a:prstDash val="solid"/>
            <a:round/>
          </a:ln>
        </p:spPr>
        <p:txBody>
          <a:bodyPr anchor="ctr" anchorCtr="0" bIns="0" lIns="0" rIns="0" rtlCol="0" tIns="0" vert="horz" wrap="none"/>
          <a:p>
            <a:pPr algn="ctr" indent="0" marL="0">
              <a:lnSpc>
                <a:spcPct val="125000"/>
              </a:lnSpc>
            </a:pPr>
            <a:r>
              <a:rPr b="1" sz="1300" i="0" lang="en-US" strike="noStrike" u="none">
                <a:solidFill>
                  <a:srgbClr val="DB714F"/>
                </a:solidFill>
                <a:latin typeface="Arial"/>
                <a:ea typeface="Arial"/>
                <a:cs typeface="Arial"/>
                <a:sym typeface="Arial"/>
              </a:rPr>
              <a:t>HẬU QUẢ</a:t>
            </a:r>
            <a:endParaRPr sz="1100" lang="en-US"/>
          </a:p>
        </p:txBody>
      </p:sp>
      <p:sp>
        <p:nvSpPr>
          <p:cNvPr id="1048788" name="AutoShape 14"/>
          <p:cNvSpPr txBox="1"/>
          <p:nvPr/>
        </p:nvSpPr>
        <p:spPr>
          <a:xfrm rot="0" flipH="0" flipV="0">
            <a:off x="6375400" y="2133600"/>
            <a:ext cx="2108200" cy="889000"/>
          </a:xfrm>
          <a:prstGeom prst="rect"/>
          <a:noFill/>
          <a:ln w="12700" cap="flat" cmpd="sng">
            <a:noFill/>
            <a:prstDash val="solid"/>
            <a:round/>
          </a:ln>
        </p:spPr>
        <p:txBody>
          <a:bodyPr anchor="t" anchorCtr="0" bIns="0" lIns="0" rIns="0" rtlCol="0" tIns="0" vert="horz" wrap="square"/>
          <a:p>
            <a:pPr algn="ctr" indent="0" marL="0">
              <a:lnSpc>
                <a:spcPct val="108333"/>
              </a:lnSpc>
            </a:pPr>
            <a:r>
              <a:rPr b="1" sz="1400" i="0" lang="en-US" strike="noStrike" u="none">
                <a:solidFill>
                  <a:srgbClr val="2B3A32"/>
                </a:solidFill>
                <a:latin typeface="Arial"/>
                <a:ea typeface="Arial"/>
                <a:cs typeface="Arial"/>
                <a:sym typeface="Arial"/>
              </a:rPr>
              <a:t>Ảnh hưởng đến môi trường và con người</a:t>
            </a:r>
            <a:endParaRPr sz="1100" lang="en-US"/>
          </a:p>
        </p:txBody>
      </p:sp>
      <p:sp>
        <p:nvSpPr>
          <p:cNvPr id="1048789" name="AutoShape 15"/>
          <p:cNvSpPr txBox="1"/>
          <p:nvPr/>
        </p:nvSpPr>
        <p:spPr>
          <a:xfrm rot="0" flipH="0" flipV="0">
            <a:off x="8585200" y="2159000"/>
            <a:ext cx="355600" cy="457200"/>
          </a:xfrm>
          <a:prstGeom prst="rect"/>
          <a:noFill/>
          <a:ln w="12700" cap="flat" cmpd="sng">
            <a:noFill/>
            <a:prstDash val="solid"/>
            <a:round/>
          </a:ln>
        </p:spPr>
        <p:txBody>
          <a:bodyPr anchor="ctr" anchorCtr="0" bIns="0" lIns="0" rIns="0" rtlCol="0" tIns="0" vert="horz" wrap="none"/>
          <a:p>
            <a:pPr algn="ctr" indent="0" marL="0">
              <a:lnSpc>
                <a:spcPct val="125000"/>
              </a:lnSpc>
            </a:pPr>
            <a:r>
              <a:rPr b="1" sz="2200" i="0" lang="en-US" strike="noStrike" u="none">
                <a:solidFill>
                  <a:srgbClr val="2B3A32"/>
                </a:solidFill>
                <a:latin typeface="Arial"/>
                <a:ea typeface="Arial"/>
                <a:cs typeface="Arial"/>
                <a:sym typeface="Arial"/>
              </a:rPr>
              <a:t>→</a:t>
            </a:r>
            <a:endParaRPr sz="1100" lang="en-US"/>
          </a:p>
        </p:txBody>
      </p:sp>
      <p:sp>
        <p:nvSpPr>
          <p:cNvPr id="1048790" name="AutoShape 16"/>
          <p:cNvSpPr/>
          <p:nvPr/>
        </p:nvSpPr>
        <p:spPr>
          <a:xfrm rot="0" flipH="0" flipV="0">
            <a:off x="8890000" y="1625600"/>
            <a:ext cx="2413000" cy="1524000"/>
          </a:xfrm>
          <a:prstGeom prst="roundRect">
            <a:avLst>
              <a:gd name="adj" fmla="val 11666"/>
            </a:avLst>
          </a:prstGeom>
          <a:solidFill>
            <a:srgbClr val="E8F3E4">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91" name="AutoShape 17"/>
          <p:cNvSpPr txBox="1"/>
          <p:nvPr/>
        </p:nvSpPr>
        <p:spPr>
          <a:xfrm rot="0" flipH="0" flipV="0">
            <a:off x="9042400" y="1778000"/>
            <a:ext cx="2108200" cy="304800"/>
          </a:xfrm>
          <a:prstGeom prst="rect"/>
          <a:noFill/>
          <a:ln w="12700" cap="flat" cmpd="sng">
            <a:noFill/>
            <a:prstDash val="solid"/>
            <a:round/>
          </a:ln>
        </p:spPr>
        <p:txBody>
          <a:bodyPr anchor="ctr" anchorCtr="0" bIns="0" lIns="0" rIns="0" rtlCol="0" tIns="0" vert="horz" wrap="none"/>
          <a:p>
            <a:pPr algn="ctr" indent="0" marL="0">
              <a:lnSpc>
                <a:spcPct val="125000"/>
              </a:lnSpc>
            </a:pPr>
            <a:r>
              <a:rPr b="1" sz="1300" i="0" lang="en-US" strike="noStrike" u="none">
                <a:solidFill>
                  <a:srgbClr val="3D8B5F"/>
                </a:solidFill>
                <a:latin typeface="Arial"/>
                <a:ea typeface="Arial"/>
                <a:cs typeface="Arial"/>
                <a:sym typeface="Arial"/>
              </a:rPr>
              <a:t>HÀNH ĐỘNG</a:t>
            </a:r>
            <a:endParaRPr sz="1100" lang="en-US"/>
          </a:p>
        </p:txBody>
      </p:sp>
      <p:sp>
        <p:nvSpPr>
          <p:cNvPr id="1048792" name="AutoShape 18"/>
          <p:cNvSpPr txBox="1"/>
          <p:nvPr/>
        </p:nvSpPr>
        <p:spPr>
          <a:xfrm rot="0" flipH="0" flipV="0">
            <a:off x="9042400" y="2133600"/>
            <a:ext cx="2108200" cy="889000"/>
          </a:xfrm>
          <a:prstGeom prst="rect"/>
          <a:noFill/>
          <a:ln w="12700" cap="flat" cmpd="sng">
            <a:noFill/>
            <a:prstDash val="solid"/>
            <a:round/>
          </a:ln>
        </p:spPr>
        <p:txBody>
          <a:bodyPr anchor="t" anchorCtr="0" bIns="0" lIns="0" rIns="0" rtlCol="0" tIns="0" vert="horz" wrap="square"/>
          <a:p>
            <a:pPr algn="ctr" indent="0" marL="0">
              <a:lnSpc>
                <a:spcPct val="108333"/>
              </a:lnSpc>
            </a:pPr>
            <a:r>
              <a:rPr b="1" sz="1500" i="0" lang="en-US" strike="noStrike" u="none">
                <a:solidFill>
                  <a:srgbClr val="2B3A32"/>
                </a:solidFill>
                <a:latin typeface="Arial"/>
                <a:ea typeface="Arial"/>
                <a:cs typeface="Arial"/>
                <a:sym typeface="Arial"/>
              </a:rPr>
              <a:t>Cần chung tay bảo vệ không khí</a:t>
            </a:r>
            <a:endParaRPr sz="1100" lang="en-US"/>
          </a:p>
        </p:txBody>
      </p:sp>
      <p:sp>
        <p:nvSpPr>
          <p:cNvPr id="1048793" name="AutoShape 19"/>
          <p:cNvSpPr/>
          <p:nvPr/>
        </p:nvSpPr>
        <p:spPr>
          <a:xfrm rot="0" flipH="0" flipV="0">
            <a:off x="889000" y="3632200"/>
            <a:ext cx="10414000" cy="1651000"/>
          </a:xfrm>
          <a:prstGeom prst="roundRect">
            <a:avLst>
              <a:gd name="adj" fmla="val 12307"/>
            </a:avLst>
          </a:prstGeom>
          <a:solidFill>
            <a:srgbClr val="3D8B5F">
              <a:alpha val="100000"/>
            </a:srgbClr>
          </a:solidFill>
          <a:ln w="38100" cap="flat" cmpd="sng">
            <a:solidFill>
              <a:srgbClr val="2B3A32">
                <a:alpha val="100000"/>
              </a:srgbClr>
            </a:solidFill>
            <a:prstDash val="solid"/>
            <a:round/>
          </a:ln>
        </p:spPr>
        <p:txBody>
          <a:bodyPr anchor="ctr" bIns="63500" lIns="63500" rIns="63500" rtlCol="0" tIns="63500" vert="horz" wrap="square"/>
          <a:p>
            <a:pPr algn="ctr"/>
          </a:p>
        </p:txBody>
      </p:sp>
      <p:sp>
        <p:nvSpPr>
          <p:cNvPr id="1048794" name="AutoShape 20"/>
          <p:cNvSpPr txBox="1"/>
          <p:nvPr/>
        </p:nvSpPr>
        <p:spPr>
          <a:xfrm rot="0" flipH="0" flipV="0">
            <a:off x="889000" y="3784600"/>
            <a:ext cx="10414000" cy="330200"/>
          </a:xfrm>
          <a:prstGeom prst="rect"/>
          <a:noFill/>
          <a:ln w="12700" cap="flat" cmpd="sng">
            <a:noFill/>
            <a:prstDash val="solid"/>
            <a:round/>
          </a:ln>
        </p:spPr>
        <p:txBody>
          <a:bodyPr anchor="ctr" anchorCtr="0" bIns="0" lIns="0" rIns="0" rtlCol="0" tIns="0" vert="horz" wrap="none"/>
          <a:p>
            <a:pPr algn="ctr" indent="0" marL="0">
              <a:lnSpc>
                <a:spcPct val="125000"/>
              </a:lnSpc>
            </a:pPr>
            <a:r>
              <a:rPr b="1" sz="1400" i="0" lang="en-US" strike="noStrike" u="none">
                <a:solidFill>
                  <a:srgbClr val="F8E653"/>
                </a:solidFill>
                <a:latin typeface="Arial"/>
                <a:ea typeface="Arial"/>
                <a:cs typeface="Arial"/>
                <a:sym typeface="Arial"/>
              </a:rPr>
              <a:t>THÔNG ĐIỆP</a:t>
            </a:r>
            <a:endParaRPr sz="1100" lang="en-US"/>
          </a:p>
        </p:txBody>
      </p:sp>
      <p:sp>
        <p:nvSpPr>
          <p:cNvPr id="1048795" name="AutoShape 21"/>
          <p:cNvSpPr txBox="1"/>
          <p:nvPr/>
        </p:nvSpPr>
        <p:spPr>
          <a:xfrm rot="0" flipH="0" flipV="0">
            <a:off x="1270000" y="4140200"/>
            <a:ext cx="9652000" cy="1016000"/>
          </a:xfrm>
          <a:prstGeom prst="rect"/>
          <a:noFill/>
          <a:ln w="12700" cap="flat" cmpd="sng">
            <a:noFill/>
            <a:prstDash val="solid"/>
            <a:round/>
          </a:ln>
        </p:spPr>
        <p:txBody>
          <a:bodyPr anchor="ctr" anchorCtr="0" bIns="0" lIns="0" rIns="0" rtlCol="0" tIns="0" vert="horz" wrap="square"/>
          <a:p>
            <a:pPr algn="ctr" indent="0" marL="0">
              <a:lnSpc>
                <a:spcPct val="108333"/>
              </a:lnSpc>
            </a:pPr>
            <a:r>
              <a:rPr b="1" sz="2600" i="0" lang="en-US" strike="noStrike" u="none">
                <a:solidFill>
                  <a:srgbClr val="FFFFFF"/>
                </a:solidFill>
                <a:latin typeface="Arial"/>
                <a:ea typeface="Arial"/>
                <a:cs typeface="Arial"/>
                <a:sym typeface="Arial"/>
              </a:rPr>
              <a:t>“Bảo vệ không khí hôm nay –</a:t>
            </a:r>
            <a:endParaRPr sz="1100" lang="en-US"/>
          </a:p>
          <a:p>
            <a:pPr algn="ctr" indent="0" marL="0">
              <a:lnSpc>
                <a:spcPct val="108333"/>
              </a:lnSpc>
            </a:pPr>
            <a:r>
              <a:rPr b="1" sz="2600" i="0" lang="en-US" strike="noStrike" u="none">
                <a:solidFill>
                  <a:srgbClr val="FFFFFF"/>
                </a:solidFill>
                <a:latin typeface="Arial"/>
                <a:ea typeface="Arial"/>
                <a:cs typeface="Arial"/>
                <a:sym typeface="Arial"/>
              </a:rPr>
              <a:t>bảo vệ cuộc sống ngày mai.”</a:t>
            </a:r>
          </a:p>
        </p:txBody>
      </p:sp>
      <p:sp>
        <p:nvSpPr>
          <p:cNvPr id="1048796" name="AutoShape 22"/>
          <p:cNvSpPr txBox="1"/>
          <p:nvPr/>
        </p:nvSpPr>
        <p:spPr>
          <a:xfrm rot="0" flipH="0" flipV="0">
            <a:off x="889000" y="5537200"/>
            <a:ext cx="10414000" cy="406400"/>
          </a:xfrm>
          <a:prstGeom prst="rect"/>
          <a:noFill/>
          <a:ln w="12700" cap="flat" cmpd="sng">
            <a:noFill/>
            <a:prstDash val="solid"/>
            <a:round/>
          </a:ln>
        </p:spPr>
        <p:txBody>
          <a:bodyPr anchor="ctr" anchorCtr="0" bIns="0" lIns="0" rIns="0" rtlCol="0" tIns="0" vert="horz" wrap="none"/>
          <a:p>
            <a:pPr algn="ctr" indent="0" marL="0">
              <a:lnSpc>
                <a:spcPct val="125000"/>
              </a:lnSpc>
            </a:pPr>
            <a:r>
              <a:rPr b="0" sz="1500" i="0" lang="en-US" strike="noStrike" u="none">
                <a:solidFill>
                  <a:srgbClr val="787878"/>
                </a:solidFill>
                <a:latin typeface="Arial"/>
                <a:ea typeface="Arial"/>
                <a:cs typeface="Arial"/>
                <a:sym typeface="Arial"/>
              </a:rPr>
              <a:t>Nhóm em cảm ơn thầy cô và các bạn đã chú ý lắng nghe!</a:t>
            </a:r>
            <a:endParaRPr sz="1100" lang="en-US"/>
          </a:p>
        </p:txBody>
      </p:sp>
      <p:cxnSp>
        <p:nvCxnSpPr>
          <p:cNvPr id="3145742" name="Connector 23"/>
          <p:cNvCxnSpPr>
            <a:cxnSpLocks/>
          </p:cNvCxnSpPr>
          <p:nvPr/>
        </p:nvCxnSpPr>
        <p:spPr>
          <a:xfrm rot="-4192" flipH="0" flipV="0">
            <a:off x="889004" y="6242050"/>
            <a:ext cx="10414000" cy="12700"/>
          </a:xfrm>
          <a:prstGeom prst="straightConnector1"/>
          <a:solidFill>
            <a:srgbClr val="DEE0E3">
              <a:alpha val="100000"/>
            </a:srgbClr>
          </a:solidFill>
          <a:ln w="12700" cap="flat" cmpd="sng">
            <a:solidFill>
              <a:srgbClr val="2B3A32">
                <a:alpha val="25000"/>
              </a:srgbClr>
            </a:solidFill>
            <a:prstDash val="solid"/>
            <a:round/>
            <a:headEnd type="none" w="med" len="med"/>
            <a:tailEnd type="none" w="med" len="med"/>
          </a:ln>
        </p:spPr>
      </p:cxnSp>
      <p:sp>
        <p:nvSpPr>
          <p:cNvPr id="1048797" name="AutoShape 24"/>
          <p:cNvSpPr txBox="1"/>
          <p:nvPr/>
        </p:nvSpPr>
        <p:spPr>
          <a:xfrm rot="0" flipH="0" flipV="0">
            <a:off x="889000" y="6350000"/>
            <a:ext cx="6350000" cy="355600"/>
          </a:xfrm>
          <a:prstGeom prst="rect"/>
          <a:noFill/>
          <a:ln w="12700" cap="flat" cmpd="sng">
            <a:noFill/>
            <a:prstDash val="solid"/>
            <a:round/>
          </a:ln>
        </p:spPr>
        <p:txBody>
          <a:bodyPr anchor="ctr" anchorCtr="0" bIns="0" lIns="0" rIns="0" rtlCol="0" tIns="0" vert="horz" wrap="square"/>
          <a:p>
            <a:pPr algn="l" indent="0" marL="0">
              <a:lnSpc>
                <a:spcPct val="125000"/>
              </a:lnSpc>
            </a:pPr>
            <a:r>
              <a:rPr b="0" sz="1200" i="0" lang="en-US" strike="noStrike" u="none">
                <a:solidFill>
                  <a:srgbClr val="787878"/>
                </a:solidFill>
                <a:latin typeface="Arial"/>
                <a:ea typeface="Arial"/>
                <a:cs typeface="Arial"/>
                <a:sym typeface="Arial"/>
              </a:rPr>
              <a:t>Sự ô nhiễm không khí · Khoa học tự nhiên 6</a:t>
            </a:r>
            <a:endParaRPr sz="1100" lang="en-US"/>
          </a:p>
        </p:txBody>
      </p:sp>
      <p:sp>
        <p:nvSpPr>
          <p:cNvPr id="1048798" name="AutoShape 25"/>
          <p:cNvSpPr txBox="1"/>
          <p:nvPr/>
        </p:nvSpPr>
        <p:spPr>
          <a:xfrm rot="0" flipH="0" flipV="0">
            <a:off x="10414000" y="6350000"/>
            <a:ext cx="889000" cy="355600"/>
          </a:xfrm>
          <a:prstGeom prst="rect"/>
          <a:noFill/>
          <a:ln w="12700" cap="flat" cmpd="sng">
            <a:noFill/>
            <a:prstDash val="solid"/>
            <a:round/>
          </a:ln>
        </p:spPr>
        <p:txBody>
          <a:bodyPr anchor="ctr" anchorCtr="0" bIns="0" lIns="0" rIns="0" rtlCol="0" tIns="0" vert="horz" wrap="square"/>
          <a:p>
            <a:pPr algn="r" indent="0" marL="0">
              <a:lnSpc>
                <a:spcPct val="125000"/>
              </a:lnSpc>
            </a:pPr>
            <a:r>
              <a:rPr b="0" sz="1200" i="0" lang="en-US" strike="noStrike" u="none">
                <a:solidFill>
                  <a:srgbClr val="787878"/>
                </a:solidFill>
                <a:latin typeface="Arial"/>
                <a:ea typeface="Arial"/>
                <a:cs typeface="Arial"/>
                <a:sym typeface="Arial"/>
              </a:rPr>
              <a:t>09 / 09</a:t>
            </a:r>
            <a:endParaRPr sz="1100" lang="en-US"/>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SM-T975</dc:creator>
  <dcterms:created xsi:type="dcterms:W3CDTF">2026-10-07T23:18:08Z</dcterms:created>
  <dcterms:modified xsi:type="dcterms:W3CDTF">2026-10-07T23:18:08Z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8814f89c14034529a97ef573f714a606</vt:lpwstr>
  </property>
</Properties>
</file>